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ppt/revisionInfo.xml" ContentType="application/vnd.ms-powerpoint.revisioninfo+xml"/>
  <Override PartName="/ppt/changesInfos/changesInfo1.xml" ContentType="application/vnd.ms-powerpoint.changes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9" r:id="rId1"/>
  </p:sldMasterIdLst>
  <p:notesMasterIdLst>
    <p:notesMasterId r:id="rId12"/>
  </p:notesMasterIdLst>
  <p:handoutMasterIdLst>
    <p:handoutMasterId r:id="rId13"/>
  </p:handoutMasterIdLst>
  <p:sldIdLst>
    <p:sldId id="290" r:id="rId2"/>
    <p:sldId id="274" r:id="rId3"/>
    <p:sldId id="275" r:id="rId4"/>
    <p:sldId id="277" r:id="rId5"/>
    <p:sldId id="278" r:id="rId6"/>
    <p:sldId id="279" r:id="rId7"/>
    <p:sldId id="281" r:id="rId8"/>
    <p:sldId id="288" r:id="rId9"/>
    <p:sldId id="289" r:id="rId10"/>
    <p:sldId id="287" r:id="rId11"/>
  </p:sldIdLst>
  <p:sldSz cx="9144000" cy="6858000" type="screen4x3"/>
  <p:notesSz cx="6858000" cy="9926638"/>
  <p:defaultTextStyle>
    <a:defPPr>
      <a:defRPr lang="es-MX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27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Jara Avalos, Mayra Vanessa" initials="JAMV" lastIdx="1" clrIdx="0">
    <p:extLst>
      <p:ext uri="{19B8F6BF-5375-455C-9EA6-DF929625EA0E}">
        <p15:presenceInfo xmlns:p15="http://schemas.microsoft.com/office/powerpoint/2012/main" userId="S-1-5-21-2892145639-2070833535-3802120694-16774" providerId="AD"/>
      </p:ext>
    </p:extLst>
  </p:cmAuthor>
  <p:cmAuthor id="2" name="Crisostomo Peralta, Alberto" initials="CPA" lastIdx="5" clrIdx="1">
    <p:extLst>
      <p:ext uri="{19B8F6BF-5375-455C-9EA6-DF929625EA0E}">
        <p15:presenceInfo xmlns:p15="http://schemas.microsoft.com/office/powerpoint/2012/main" userId="S-1-5-21-2892145639-2070833535-3802120694-11631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CC00"/>
    <a:srgbClr val="385D8A"/>
    <a:srgbClr val="C00000"/>
    <a:srgbClr val="FFFFFF"/>
    <a:srgbClr val="CC3300"/>
    <a:srgbClr val="E6E0EC"/>
    <a:srgbClr val="F2DCDB"/>
    <a:srgbClr val="EBF1DE"/>
    <a:srgbClr val="FFCC99"/>
    <a:srgbClr val="FDEAD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2E1903D-06FD-4BFB-B18F-FD5254AE17E6}" v="34" dt="2020-02-04T02:00:18.55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412" autoAdjust="0"/>
    <p:restoredTop sz="94660"/>
  </p:normalViewPr>
  <p:slideViewPr>
    <p:cSldViewPr>
      <p:cViewPr varScale="1">
        <p:scale>
          <a:sx n="74" d="100"/>
          <a:sy n="74" d="100"/>
        </p:scale>
        <p:origin x="1314" y="7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 varScale="1">
        <p:scale>
          <a:sx n="35" d="100"/>
          <a:sy n="35" d="100"/>
        </p:scale>
        <p:origin x="-1512" y="-66"/>
      </p:cViewPr>
      <p:guideLst>
        <p:guide orient="horz" pos="3127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handoutMaster" Target="handoutMasters/handoutMaster1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commentAuthors" Target="commentAuthor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arlos Cabrera" userId="3dfc479f2d042d52" providerId="LiveId" clId="{98D33DB1-4EA1-43C5-8BC1-4358E46AC97A}"/>
    <pc:docChg chg="addSld modSld">
      <pc:chgData name="Carlos Cabrera" userId="3dfc479f2d042d52" providerId="LiveId" clId="{98D33DB1-4EA1-43C5-8BC1-4358E46AC97A}" dt="2020-01-31T02:58:45.019" v="5"/>
      <pc:docMkLst>
        <pc:docMk/>
      </pc:docMkLst>
      <pc:sldChg chg="addSp delSp modSp add">
        <pc:chgData name="Carlos Cabrera" userId="3dfc479f2d042d52" providerId="LiveId" clId="{98D33DB1-4EA1-43C5-8BC1-4358E46AC97A}" dt="2020-01-31T02:58:45.019" v="5"/>
        <pc:sldMkLst>
          <pc:docMk/>
          <pc:sldMk cId="3339025761" sldId="447"/>
        </pc:sldMkLst>
        <pc:spChg chg="add del mod">
          <ac:chgData name="Carlos Cabrera" userId="3dfc479f2d042d52" providerId="LiveId" clId="{98D33DB1-4EA1-43C5-8BC1-4358E46AC97A}" dt="2020-01-31T02:58:45.019" v="5"/>
          <ac:spMkLst>
            <pc:docMk/>
            <pc:sldMk cId="3339025761" sldId="447"/>
            <ac:spMk id="3" creationId="{C1A24F39-14A7-46C2-98ED-E466ABA457A4}"/>
          </ac:spMkLst>
        </pc:spChg>
        <pc:spChg chg="add del">
          <ac:chgData name="Carlos Cabrera" userId="3dfc479f2d042d52" providerId="LiveId" clId="{98D33DB1-4EA1-43C5-8BC1-4358E46AC97A}" dt="2020-01-31T02:58:38.055" v="4"/>
          <ac:spMkLst>
            <pc:docMk/>
            <pc:sldMk cId="3339025761" sldId="447"/>
            <ac:spMk id="6" creationId="{F31BA555-E0CF-42F8-970A-14B2225F7CCC}"/>
          </ac:spMkLst>
        </pc:spChg>
        <pc:graphicFrameChg chg="add del mod">
          <ac:chgData name="Carlos Cabrera" userId="3dfc479f2d042d52" providerId="LiveId" clId="{98D33DB1-4EA1-43C5-8BC1-4358E46AC97A}" dt="2020-01-31T02:58:30.385" v="2"/>
          <ac:graphicFrameMkLst>
            <pc:docMk/>
            <pc:sldMk cId="3339025761" sldId="447"/>
            <ac:graphicFrameMk id="5" creationId="{7E128F3B-B90A-41F8-80FA-2B33BE59036A}"/>
          </ac:graphicFrameMkLst>
        </pc:graphicFrameChg>
      </pc:sldChg>
    </pc:docChg>
  </pc:docChgLst>
  <pc:docChgLst>
    <pc:chgData name="Carlos Cabrera" userId="3dfc479f2d042d52" providerId="LiveId" clId="{A2E1903D-06FD-4BFB-B18F-FD5254AE17E6}"/>
    <pc:docChg chg="custSel addSld delSld modSld">
      <pc:chgData name="Carlos Cabrera" userId="3dfc479f2d042d52" providerId="LiveId" clId="{A2E1903D-06FD-4BFB-B18F-FD5254AE17E6}" dt="2020-02-04T02:00:23.901" v="148" actId="47"/>
      <pc:docMkLst>
        <pc:docMk/>
      </pc:docMkLst>
      <pc:sldChg chg="addSp delSp modSp add">
        <pc:chgData name="Carlos Cabrera" userId="3dfc479f2d042d52" providerId="LiveId" clId="{A2E1903D-06FD-4BFB-B18F-FD5254AE17E6}" dt="2020-02-04T01:42:23.444" v="88" actId="1076"/>
        <pc:sldMkLst>
          <pc:docMk/>
          <pc:sldMk cId="1954533302" sldId="256"/>
        </pc:sldMkLst>
        <pc:spChg chg="del">
          <ac:chgData name="Carlos Cabrera" userId="3dfc479f2d042d52" providerId="LiveId" clId="{A2E1903D-06FD-4BFB-B18F-FD5254AE17E6}" dt="2020-02-04T01:38:47.529" v="22"/>
          <ac:spMkLst>
            <pc:docMk/>
            <pc:sldMk cId="1954533302" sldId="256"/>
            <ac:spMk id="2" creationId="{6F211138-CB13-4928-8B10-79D67327C6D3}"/>
          </ac:spMkLst>
        </pc:spChg>
        <pc:spChg chg="add mod">
          <ac:chgData name="Carlos Cabrera" userId="3dfc479f2d042d52" providerId="LiveId" clId="{A2E1903D-06FD-4BFB-B18F-FD5254AE17E6}" dt="2020-02-04T01:39:05.821" v="46" actId="20577"/>
          <ac:spMkLst>
            <pc:docMk/>
            <pc:sldMk cId="1954533302" sldId="256"/>
            <ac:spMk id="3" creationId="{A62E2560-62BB-431D-AF96-C22D103359E5}"/>
          </ac:spMkLst>
        </pc:spChg>
        <pc:spChg chg="add mod">
          <ac:chgData name="Carlos Cabrera" userId="3dfc479f2d042d52" providerId="LiveId" clId="{A2E1903D-06FD-4BFB-B18F-FD5254AE17E6}" dt="2020-02-04T01:40:59.659" v="82" actId="14100"/>
          <ac:spMkLst>
            <pc:docMk/>
            <pc:sldMk cId="1954533302" sldId="256"/>
            <ac:spMk id="4" creationId="{4E681976-D461-448D-BC40-8FBFCA7D9268}"/>
          </ac:spMkLst>
        </pc:spChg>
        <pc:spChg chg="add del">
          <ac:chgData name="Carlos Cabrera" userId="3dfc479f2d042d52" providerId="LiveId" clId="{A2E1903D-06FD-4BFB-B18F-FD5254AE17E6}" dt="2020-02-04T01:40:50.282" v="80" actId="478"/>
          <ac:spMkLst>
            <pc:docMk/>
            <pc:sldMk cId="1954533302" sldId="256"/>
            <ac:spMk id="5" creationId="{D64BCD8F-89E4-49B6-BD58-3937E650914B}"/>
          </ac:spMkLst>
        </pc:spChg>
        <pc:graphicFrameChg chg="add del">
          <ac:chgData name="Carlos Cabrera" userId="3dfc479f2d042d52" providerId="LiveId" clId="{A2E1903D-06FD-4BFB-B18F-FD5254AE17E6}" dt="2020-02-04T01:42:08.223" v="86"/>
          <ac:graphicFrameMkLst>
            <pc:docMk/>
            <pc:sldMk cId="1954533302" sldId="256"/>
            <ac:graphicFrameMk id="7" creationId="{527D7C1D-1531-4FE0-81B9-CF43AC2470D3}"/>
          </ac:graphicFrameMkLst>
        </pc:graphicFrameChg>
        <pc:graphicFrameChg chg="add mod">
          <ac:chgData name="Carlos Cabrera" userId="3dfc479f2d042d52" providerId="LiveId" clId="{A2E1903D-06FD-4BFB-B18F-FD5254AE17E6}" dt="2020-02-04T01:42:23.444" v="88" actId="1076"/>
          <ac:graphicFrameMkLst>
            <pc:docMk/>
            <pc:sldMk cId="1954533302" sldId="256"/>
            <ac:graphicFrameMk id="8" creationId="{74A5B92D-C903-46C2-9B5E-9CD81D6EA95E}"/>
          </ac:graphicFrameMkLst>
        </pc:graphicFrameChg>
        <pc:picChg chg="del mod">
          <ac:chgData name="Carlos Cabrera" userId="3dfc479f2d042d52" providerId="LiveId" clId="{A2E1903D-06FD-4BFB-B18F-FD5254AE17E6}" dt="2020-02-04T01:41:05.392" v="84" actId="478"/>
          <ac:picMkLst>
            <pc:docMk/>
            <pc:sldMk cId="1954533302" sldId="256"/>
            <ac:picMk id="6" creationId="{C0DA4AA4-413C-4644-A585-C6A4F86B2AE2}"/>
          </ac:picMkLst>
        </pc:picChg>
      </pc:sldChg>
      <pc:sldChg chg="addSp delSp modSp add">
        <pc:chgData name="Carlos Cabrera" userId="3dfc479f2d042d52" providerId="LiveId" clId="{A2E1903D-06FD-4BFB-B18F-FD5254AE17E6}" dt="2020-02-04T01:46:27.528" v="99"/>
        <pc:sldMkLst>
          <pc:docMk/>
          <pc:sldMk cId="2476417741" sldId="257"/>
        </pc:sldMkLst>
        <pc:spChg chg="mod">
          <ac:chgData name="Carlos Cabrera" userId="3dfc479f2d042d52" providerId="LiveId" clId="{A2E1903D-06FD-4BFB-B18F-FD5254AE17E6}" dt="2020-02-04T01:46:27.528" v="99"/>
          <ac:spMkLst>
            <pc:docMk/>
            <pc:sldMk cId="2476417741" sldId="257"/>
            <ac:spMk id="4" creationId="{4E681976-D461-448D-BC40-8FBFCA7D9268}"/>
          </ac:spMkLst>
        </pc:spChg>
        <pc:graphicFrameChg chg="add mod">
          <ac:chgData name="Carlos Cabrera" userId="3dfc479f2d042d52" providerId="LiveId" clId="{A2E1903D-06FD-4BFB-B18F-FD5254AE17E6}" dt="2020-02-04T01:46:15.047" v="98" actId="1076"/>
          <ac:graphicFrameMkLst>
            <pc:docMk/>
            <pc:sldMk cId="2476417741" sldId="257"/>
            <ac:graphicFrameMk id="2" creationId="{FD7B6146-CB4F-43A6-B62C-83FF71BF153D}"/>
          </ac:graphicFrameMkLst>
        </pc:graphicFrameChg>
        <pc:graphicFrameChg chg="del">
          <ac:chgData name="Carlos Cabrera" userId="3dfc479f2d042d52" providerId="LiveId" clId="{A2E1903D-06FD-4BFB-B18F-FD5254AE17E6}" dt="2020-02-04T01:42:33.337" v="90" actId="478"/>
          <ac:graphicFrameMkLst>
            <pc:docMk/>
            <pc:sldMk cId="2476417741" sldId="257"/>
            <ac:graphicFrameMk id="8" creationId="{74A5B92D-C903-46C2-9B5E-9CD81D6EA95E}"/>
          </ac:graphicFrameMkLst>
        </pc:graphicFrameChg>
      </pc:sldChg>
      <pc:sldChg chg="addSp delSp modSp add">
        <pc:chgData name="Carlos Cabrera" userId="3dfc479f2d042d52" providerId="LiveId" clId="{A2E1903D-06FD-4BFB-B18F-FD5254AE17E6}" dt="2020-02-04T01:50:07.481" v="107" actId="1076"/>
        <pc:sldMkLst>
          <pc:docMk/>
          <pc:sldMk cId="3650158672" sldId="258"/>
        </pc:sldMkLst>
        <pc:spChg chg="mod">
          <ac:chgData name="Carlos Cabrera" userId="3dfc479f2d042d52" providerId="LiveId" clId="{A2E1903D-06FD-4BFB-B18F-FD5254AE17E6}" dt="2020-02-04T01:50:05.372" v="106" actId="14100"/>
          <ac:spMkLst>
            <pc:docMk/>
            <pc:sldMk cId="3650158672" sldId="258"/>
            <ac:spMk id="4" creationId="{4E681976-D461-448D-BC40-8FBFCA7D9268}"/>
          </ac:spMkLst>
        </pc:spChg>
        <pc:graphicFrameChg chg="add del mod">
          <ac:chgData name="Carlos Cabrera" userId="3dfc479f2d042d52" providerId="LiveId" clId="{A2E1903D-06FD-4BFB-B18F-FD5254AE17E6}" dt="2020-02-04T01:49:01.564" v="102" actId="478"/>
          <ac:graphicFrameMkLst>
            <pc:docMk/>
            <pc:sldMk cId="3650158672" sldId="258"/>
            <ac:graphicFrameMk id="2" creationId="{7FC011F6-697A-4943-BEFA-DF6714027D9E}"/>
          </ac:graphicFrameMkLst>
        </pc:graphicFrameChg>
        <pc:graphicFrameChg chg="add mod">
          <ac:chgData name="Carlos Cabrera" userId="3dfc479f2d042d52" providerId="LiveId" clId="{A2E1903D-06FD-4BFB-B18F-FD5254AE17E6}" dt="2020-02-04T01:50:07.481" v="107" actId="1076"/>
          <ac:graphicFrameMkLst>
            <pc:docMk/>
            <pc:sldMk cId="3650158672" sldId="258"/>
            <ac:graphicFrameMk id="5" creationId="{C29CF010-20C4-4DF5-B7DC-86561C64956A}"/>
          </ac:graphicFrameMkLst>
        </pc:graphicFrameChg>
      </pc:sldChg>
      <pc:sldChg chg="addSp delSp modSp add">
        <pc:chgData name="Carlos Cabrera" userId="3dfc479f2d042d52" providerId="LiveId" clId="{A2E1903D-06FD-4BFB-B18F-FD5254AE17E6}" dt="2020-02-04T01:53:46.459" v="117" actId="1076"/>
        <pc:sldMkLst>
          <pc:docMk/>
          <pc:sldMk cId="1398549530" sldId="259"/>
        </pc:sldMkLst>
        <pc:spChg chg="mod">
          <ac:chgData name="Carlos Cabrera" userId="3dfc479f2d042d52" providerId="LiveId" clId="{A2E1903D-06FD-4BFB-B18F-FD5254AE17E6}" dt="2020-02-04T01:52:35.323" v="112"/>
          <ac:spMkLst>
            <pc:docMk/>
            <pc:sldMk cId="1398549530" sldId="259"/>
            <ac:spMk id="4" creationId="{4E681976-D461-448D-BC40-8FBFCA7D9268}"/>
          </ac:spMkLst>
        </pc:spChg>
        <pc:graphicFrameChg chg="add del mod">
          <ac:chgData name="Carlos Cabrera" userId="3dfc479f2d042d52" providerId="LiveId" clId="{A2E1903D-06FD-4BFB-B18F-FD5254AE17E6}" dt="2020-02-04T01:52:54.365" v="115" actId="478"/>
          <ac:graphicFrameMkLst>
            <pc:docMk/>
            <pc:sldMk cId="1398549530" sldId="259"/>
            <ac:graphicFrameMk id="2" creationId="{C2A5D04E-7BE0-4875-BDF6-854BECBAC653}"/>
          </ac:graphicFrameMkLst>
        </pc:graphicFrameChg>
        <pc:graphicFrameChg chg="add mod">
          <ac:chgData name="Carlos Cabrera" userId="3dfc479f2d042d52" providerId="LiveId" clId="{A2E1903D-06FD-4BFB-B18F-FD5254AE17E6}" dt="2020-02-04T01:53:46.459" v="117" actId="1076"/>
          <ac:graphicFrameMkLst>
            <pc:docMk/>
            <pc:sldMk cId="1398549530" sldId="259"/>
            <ac:graphicFrameMk id="5" creationId="{04B0BB05-6435-429F-8AB7-0A39FEDFE2F1}"/>
          </ac:graphicFrameMkLst>
        </pc:graphicFrameChg>
      </pc:sldChg>
      <pc:sldChg chg="addSp modSp add">
        <pc:chgData name="Carlos Cabrera" userId="3dfc479f2d042d52" providerId="LiveId" clId="{A2E1903D-06FD-4BFB-B18F-FD5254AE17E6}" dt="2020-02-04T01:55:16.537" v="120" actId="1076"/>
        <pc:sldMkLst>
          <pc:docMk/>
          <pc:sldMk cId="2017950156" sldId="260"/>
        </pc:sldMkLst>
        <pc:spChg chg="mod">
          <ac:chgData name="Carlos Cabrera" userId="3dfc479f2d042d52" providerId="LiveId" clId="{A2E1903D-06FD-4BFB-B18F-FD5254AE17E6}" dt="2020-02-04T01:54:13.313" v="118"/>
          <ac:spMkLst>
            <pc:docMk/>
            <pc:sldMk cId="2017950156" sldId="260"/>
            <ac:spMk id="4" creationId="{4E681976-D461-448D-BC40-8FBFCA7D9268}"/>
          </ac:spMkLst>
        </pc:spChg>
        <pc:graphicFrameChg chg="add mod">
          <ac:chgData name="Carlos Cabrera" userId="3dfc479f2d042d52" providerId="LiveId" clId="{A2E1903D-06FD-4BFB-B18F-FD5254AE17E6}" dt="2020-02-04T01:55:16.537" v="120" actId="1076"/>
          <ac:graphicFrameMkLst>
            <pc:docMk/>
            <pc:sldMk cId="2017950156" sldId="260"/>
            <ac:graphicFrameMk id="2" creationId="{7D2AA9EB-1518-4693-8164-073EC17542B5}"/>
          </ac:graphicFrameMkLst>
        </pc:graphicFrameChg>
      </pc:sldChg>
      <pc:sldChg chg="addSp delSp modSp add">
        <pc:chgData name="Carlos Cabrera" userId="3dfc479f2d042d52" providerId="LiveId" clId="{A2E1903D-06FD-4BFB-B18F-FD5254AE17E6}" dt="2020-02-04T01:58:01.510" v="138" actId="1076"/>
        <pc:sldMkLst>
          <pc:docMk/>
          <pc:sldMk cId="3054643595" sldId="261"/>
        </pc:sldMkLst>
        <pc:spChg chg="mod">
          <ac:chgData name="Carlos Cabrera" userId="3dfc479f2d042d52" providerId="LiveId" clId="{A2E1903D-06FD-4BFB-B18F-FD5254AE17E6}" dt="2020-02-04T01:57:18.563" v="135" actId="20577"/>
          <ac:spMkLst>
            <pc:docMk/>
            <pc:sldMk cId="3054643595" sldId="261"/>
            <ac:spMk id="4" creationId="{4E681976-D461-448D-BC40-8FBFCA7D9268}"/>
          </ac:spMkLst>
        </pc:spChg>
        <pc:graphicFrameChg chg="add del mod">
          <ac:chgData name="Carlos Cabrera" userId="3dfc479f2d042d52" providerId="LiveId" clId="{A2E1903D-06FD-4BFB-B18F-FD5254AE17E6}" dt="2020-02-04T01:57:58.979" v="137" actId="478"/>
          <ac:graphicFrameMkLst>
            <pc:docMk/>
            <pc:sldMk cId="3054643595" sldId="261"/>
            <ac:graphicFrameMk id="2" creationId="{F922B37E-76D2-4C1F-9CEE-1CD1ACB00FD8}"/>
          </ac:graphicFrameMkLst>
        </pc:graphicFrameChg>
        <pc:graphicFrameChg chg="add mod">
          <ac:chgData name="Carlos Cabrera" userId="3dfc479f2d042d52" providerId="LiveId" clId="{A2E1903D-06FD-4BFB-B18F-FD5254AE17E6}" dt="2020-02-04T01:58:01.510" v="138" actId="1076"/>
          <ac:graphicFrameMkLst>
            <pc:docMk/>
            <pc:sldMk cId="3054643595" sldId="261"/>
            <ac:graphicFrameMk id="5" creationId="{784C4956-142E-49D5-A201-A2F4654ADFA3}"/>
          </ac:graphicFrameMkLst>
        </pc:graphicFrameChg>
      </pc:sldChg>
      <pc:sldChg chg="addSp modSp add">
        <pc:chgData name="Carlos Cabrera" userId="3dfc479f2d042d52" providerId="LiveId" clId="{A2E1903D-06FD-4BFB-B18F-FD5254AE17E6}" dt="2020-02-04T02:00:09.218" v="145" actId="6549"/>
        <pc:sldMkLst>
          <pc:docMk/>
          <pc:sldMk cId="1620929742" sldId="262"/>
        </pc:sldMkLst>
        <pc:spChg chg="mod">
          <ac:chgData name="Carlos Cabrera" userId="3dfc479f2d042d52" providerId="LiveId" clId="{A2E1903D-06FD-4BFB-B18F-FD5254AE17E6}" dt="2020-02-04T02:00:09.218" v="145" actId="6549"/>
          <ac:spMkLst>
            <pc:docMk/>
            <pc:sldMk cId="1620929742" sldId="262"/>
            <ac:spMk id="4" creationId="{4E681976-D461-448D-BC40-8FBFCA7D9268}"/>
          </ac:spMkLst>
        </pc:spChg>
        <pc:graphicFrameChg chg="add mod">
          <ac:chgData name="Carlos Cabrera" userId="3dfc479f2d042d52" providerId="LiveId" clId="{A2E1903D-06FD-4BFB-B18F-FD5254AE17E6}" dt="2020-02-04T01:59:34.116" v="142" actId="1076"/>
          <ac:graphicFrameMkLst>
            <pc:docMk/>
            <pc:sldMk cId="1620929742" sldId="262"/>
            <ac:graphicFrameMk id="2" creationId="{CAB68133-5780-4024-B24D-E06F34088E38}"/>
          </ac:graphicFrameMkLst>
        </pc:graphicFrameChg>
      </pc:sldChg>
      <pc:sldChg chg="add del">
        <pc:chgData name="Carlos Cabrera" userId="3dfc479f2d042d52" providerId="LiveId" clId="{A2E1903D-06FD-4BFB-B18F-FD5254AE17E6}" dt="2020-02-04T02:00:12.685" v="146" actId="47"/>
        <pc:sldMkLst>
          <pc:docMk/>
          <pc:sldMk cId="4086207508" sldId="263"/>
        </pc:sldMkLst>
      </pc:sldChg>
      <pc:sldChg chg="addSp delSp modSp add">
        <pc:chgData name="Carlos Cabrera" userId="3dfc479f2d042d52" providerId="LiveId" clId="{A2E1903D-06FD-4BFB-B18F-FD5254AE17E6}" dt="2020-02-04T01:50:32.608" v="111" actId="1076"/>
        <pc:sldMkLst>
          <pc:docMk/>
          <pc:sldMk cId="2968058071" sldId="264"/>
        </pc:sldMkLst>
        <pc:graphicFrameChg chg="add mod">
          <ac:chgData name="Carlos Cabrera" userId="3dfc479f2d042d52" providerId="LiveId" clId="{A2E1903D-06FD-4BFB-B18F-FD5254AE17E6}" dt="2020-02-04T01:50:32.608" v="111" actId="1076"/>
          <ac:graphicFrameMkLst>
            <pc:docMk/>
            <pc:sldMk cId="2968058071" sldId="264"/>
            <ac:graphicFrameMk id="2" creationId="{942D995C-E815-4391-91FC-418B08F679B2}"/>
          </ac:graphicFrameMkLst>
        </pc:graphicFrameChg>
        <pc:graphicFrameChg chg="del">
          <ac:chgData name="Carlos Cabrera" userId="3dfc479f2d042d52" providerId="LiveId" clId="{A2E1903D-06FD-4BFB-B18F-FD5254AE17E6}" dt="2020-02-04T01:50:14.555" v="109" actId="478"/>
          <ac:graphicFrameMkLst>
            <pc:docMk/>
            <pc:sldMk cId="2968058071" sldId="264"/>
            <ac:graphicFrameMk id="5" creationId="{C29CF010-20C4-4DF5-B7DC-86561C64956A}"/>
          </ac:graphicFrameMkLst>
        </pc:graphicFrameChg>
      </pc:sldChg>
      <pc:sldChg chg="addSp delSp modSp add">
        <pc:chgData name="Carlos Cabrera" userId="3dfc479f2d042d52" providerId="LiveId" clId="{A2E1903D-06FD-4BFB-B18F-FD5254AE17E6}" dt="2020-02-04T01:56:24.206" v="124" actId="1076"/>
        <pc:sldMkLst>
          <pc:docMk/>
          <pc:sldMk cId="3725972370" sldId="265"/>
        </pc:sldMkLst>
        <pc:graphicFrameChg chg="del">
          <ac:chgData name="Carlos Cabrera" userId="3dfc479f2d042d52" providerId="LiveId" clId="{A2E1903D-06FD-4BFB-B18F-FD5254AE17E6}" dt="2020-02-04T01:55:21.489" v="122" actId="478"/>
          <ac:graphicFrameMkLst>
            <pc:docMk/>
            <pc:sldMk cId="3725972370" sldId="265"/>
            <ac:graphicFrameMk id="2" creationId="{7D2AA9EB-1518-4693-8164-073EC17542B5}"/>
          </ac:graphicFrameMkLst>
        </pc:graphicFrameChg>
        <pc:graphicFrameChg chg="add mod">
          <ac:chgData name="Carlos Cabrera" userId="3dfc479f2d042d52" providerId="LiveId" clId="{A2E1903D-06FD-4BFB-B18F-FD5254AE17E6}" dt="2020-02-04T01:56:24.206" v="124" actId="1076"/>
          <ac:graphicFrameMkLst>
            <pc:docMk/>
            <pc:sldMk cId="3725972370" sldId="265"/>
            <ac:graphicFrameMk id="5" creationId="{125051CF-B0A0-4115-B6FB-5F0B3B294107}"/>
          </ac:graphicFrameMkLst>
        </pc:graphicFrameChg>
      </pc:sldChg>
      <pc:sldChg chg="add del">
        <pc:chgData name="Carlos Cabrera" userId="3dfc479f2d042d52" providerId="LiveId" clId="{A2E1903D-06FD-4BFB-B18F-FD5254AE17E6}" dt="2020-02-04T02:00:23.901" v="148" actId="47"/>
        <pc:sldMkLst>
          <pc:docMk/>
          <pc:sldMk cId="255791556" sldId="266"/>
        </pc:sldMkLst>
      </pc:sldChg>
      <pc:sldChg chg="del">
        <pc:chgData name="Carlos Cabrera" userId="3dfc479f2d042d52" providerId="LiveId" clId="{A2E1903D-06FD-4BFB-B18F-FD5254AE17E6}" dt="2020-02-04T01:37:45.590" v="0" actId="47"/>
        <pc:sldMkLst>
          <pc:docMk/>
          <pc:sldMk cId="1532289227" sldId="332"/>
        </pc:sldMkLst>
      </pc:sldChg>
      <pc:sldChg chg="del">
        <pc:chgData name="Carlos Cabrera" userId="3dfc479f2d042d52" providerId="LiveId" clId="{A2E1903D-06FD-4BFB-B18F-FD5254AE17E6}" dt="2020-02-04T01:38:43.295" v="20" actId="47"/>
        <pc:sldMkLst>
          <pc:docMk/>
          <pc:sldMk cId="2609160539" sldId="368"/>
        </pc:sldMkLst>
      </pc:sldChg>
      <pc:sldChg chg="del">
        <pc:chgData name="Carlos Cabrera" userId="3dfc479f2d042d52" providerId="LiveId" clId="{A2E1903D-06FD-4BFB-B18F-FD5254AE17E6}" dt="2020-02-04T01:37:49.605" v="5" actId="47"/>
        <pc:sldMkLst>
          <pc:docMk/>
          <pc:sldMk cId="341844052" sldId="407"/>
        </pc:sldMkLst>
      </pc:sldChg>
      <pc:sldChg chg="del">
        <pc:chgData name="Carlos Cabrera" userId="3dfc479f2d042d52" providerId="LiveId" clId="{A2E1903D-06FD-4BFB-B18F-FD5254AE17E6}" dt="2020-02-04T01:38:00.118" v="16" actId="47"/>
        <pc:sldMkLst>
          <pc:docMk/>
          <pc:sldMk cId="1233487897" sldId="408"/>
        </pc:sldMkLst>
      </pc:sldChg>
      <pc:sldChg chg="del">
        <pc:chgData name="Carlos Cabrera" userId="3dfc479f2d042d52" providerId="LiveId" clId="{A2E1903D-06FD-4BFB-B18F-FD5254AE17E6}" dt="2020-02-04T01:37:50.370" v="6" actId="47"/>
        <pc:sldMkLst>
          <pc:docMk/>
          <pc:sldMk cId="4049789955" sldId="409"/>
        </pc:sldMkLst>
      </pc:sldChg>
      <pc:sldChg chg="del">
        <pc:chgData name="Carlos Cabrera" userId="3dfc479f2d042d52" providerId="LiveId" clId="{A2E1903D-06FD-4BFB-B18F-FD5254AE17E6}" dt="2020-02-04T01:37:54.385" v="11" actId="47"/>
        <pc:sldMkLst>
          <pc:docMk/>
          <pc:sldMk cId="815721601" sldId="410"/>
        </pc:sldMkLst>
      </pc:sldChg>
      <pc:sldChg chg="del">
        <pc:chgData name="Carlos Cabrera" userId="3dfc479f2d042d52" providerId="LiveId" clId="{A2E1903D-06FD-4BFB-B18F-FD5254AE17E6}" dt="2020-02-04T01:37:55.275" v="12" actId="47"/>
        <pc:sldMkLst>
          <pc:docMk/>
          <pc:sldMk cId="205079200" sldId="411"/>
        </pc:sldMkLst>
      </pc:sldChg>
      <pc:sldChg chg="del">
        <pc:chgData name="Carlos Cabrera" userId="3dfc479f2d042d52" providerId="LiveId" clId="{A2E1903D-06FD-4BFB-B18F-FD5254AE17E6}" dt="2020-02-04T01:37:56.087" v="13" actId="47"/>
        <pc:sldMkLst>
          <pc:docMk/>
          <pc:sldMk cId="4203329585" sldId="412"/>
        </pc:sldMkLst>
      </pc:sldChg>
      <pc:sldChg chg="del">
        <pc:chgData name="Carlos Cabrera" userId="3dfc479f2d042d52" providerId="LiveId" clId="{A2E1903D-06FD-4BFB-B18F-FD5254AE17E6}" dt="2020-02-04T01:37:52.182" v="8" actId="47"/>
        <pc:sldMkLst>
          <pc:docMk/>
          <pc:sldMk cId="858501627" sldId="413"/>
        </pc:sldMkLst>
      </pc:sldChg>
      <pc:sldChg chg="del">
        <pc:chgData name="Carlos Cabrera" userId="3dfc479f2d042d52" providerId="LiveId" clId="{A2E1903D-06FD-4BFB-B18F-FD5254AE17E6}" dt="2020-02-04T01:38:40.452" v="17" actId="47"/>
        <pc:sldMkLst>
          <pc:docMk/>
          <pc:sldMk cId="1998627112" sldId="416"/>
        </pc:sldMkLst>
      </pc:sldChg>
      <pc:sldChg chg="del">
        <pc:chgData name="Carlos Cabrera" userId="3dfc479f2d042d52" providerId="LiveId" clId="{A2E1903D-06FD-4BFB-B18F-FD5254AE17E6}" dt="2020-02-04T01:38:41.639" v="18" actId="47"/>
        <pc:sldMkLst>
          <pc:docMk/>
          <pc:sldMk cId="3757263562" sldId="417"/>
        </pc:sldMkLst>
      </pc:sldChg>
      <pc:sldChg chg="del">
        <pc:chgData name="Carlos Cabrera" userId="3dfc479f2d042d52" providerId="LiveId" clId="{A2E1903D-06FD-4BFB-B18F-FD5254AE17E6}" dt="2020-02-04T01:38:42.483" v="19" actId="47"/>
        <pc:sldMkLst>
          <pc:docMk/>
          <pc:sldMk cId="3480443096" sldId="418"/>
        </pc:sldMkLst>
      </pc:sldChg>
      <pc:sldChg chg="del">
        <pc:chgData name="Carlos Cabrera" userId="3dfc479f2d042d52" providerId="LiveId" clId="{A2E1903D-06FD-4BFB-B18F-FD5254AE17E6}" dt="2020-02-04T01:37:56.978" v="14" actId="47"/>
        <pc:sldMkLst>
          <pc:docMk/>
          <pc:sldMk cId="2906874775" sldId="426"/>
        </pc:sldMkLst>
      </pc:sldChg>
      <pc:sldChg chg="del">
        <pc:chgData name="Carlos Cabrera" userId="3dfc479f2d042d52" providerId="LiveId" clId="{A2E1903D-06FD-4BFB-B18F-FD5254AE17E6}" dt="2020-02-04T01:37:59.305" v="15" actId="47"/>
        <pc:sldMkLst>
          <pc:docMk/>
          <pc:sldMk cId="3113886439" sldId="430"/>
        </pc:sldMkLst>
      </pc:sldChg>
      <pc:sldChg chg="del">
        <pc:chgData name="Carlos Cabrera" userId="3dfc479f2d042d52" providerId="LiveId" clId="{A2E1903D-06FD-4BFB-B18F-FD5254AE17E6}" dt="2020-02-04T01:37:46.230" v="1" actId="47"/>
        <pc:sldMkLst>
          <pc:docMk/>
          <pc:sldMk cId="3477746489" sldId="432"/>
        </pc:sldMkLst>
      </pc:sldChg>
      <pc:sldChg chg="del">
        <pc:chgData name="Carlos Cabrera" userId="3dfc479f2d042d52" providerId="LiveId" clId="{A2E1903D-06FD-4BFB-B18F-FD5254AE17E6}" dt="2020-02-04T01:37:47.027" v="2" actId="47"/>
        <pc:sldMkLst>
          <pc:docMk/>
          <pc:sldMk cId="2088088948" sldId="433"/>
        </pc:sldMkLst>
      </pc:sldChg>
      <pc:sldChg chg="del">
        <pc:chgData name="Carlos Cabrera" userId="3dfc479f2d042d52" providerId="LiveId" clId="{A2E1903D-06FD-4BFB-B18F-FD5254AE17E6}" dt="2020-02-04T01:37:47.996" v="3" actId="47"/>
        <pc:sldMkLst>
          <pc:docMk/>
          <pc:sldMk cId="3738727482" sldId="434"/>
        </pc:sldMkLst>
      </pc:sldChg>
      <pc:sldChg chg="del">
        <pc:chgData name="Carlos Cabrera" userId="3dfc479f2d042d52" providerId="LiveId" clId="{A2E1903D-06FD-4BFB-B18F-FD5254AE17E6}" dt="2020-02-04T01:37:51.401" v="7" actId="47"/>
        <pc:sldMkLst>
          <pc:docMk/>
          <pc:sldMk cId="857809777" sldId="436"/>
        </pc:sldMkLst>
      </pc:sldChg>
      <pc:sldChg chg="del">
        <pc:chgData name="Carlos Cabrera" userId="3dfc479f2d042d52" providerId="LiveId" clId="{A2E1903D-06FD-4BFB-B18F-FD5254AE17E6}" dt="2020-02-04T01:37:52.885" v="9" actId="47"/>
        <pc:sldMkLst>
          <pc:docMk/>
          <pc:sldMk cId="2917286795" sldId="437"/>
        </pc:sldMkLst>
      </pc:sldChg>
      <pc:sldChg chg="del">
        <pc:chgData name="Carlos Cabrera" userId="3dfc479f2d042d52" providerId="LiveId" clId="{A2E1903D-06FD-4BFB-B18F-FD5254AE17E6}" dt="2020-02-04T01:37:48.886" v="4" actId="47"/>
        <pc:sldMkLst>
          <pc:docMk/>
          <pc:sldMk cId="1116090956" sldId="446"/>
        </pc:sldMkLst>
      </pc:sldChg>
      <pc:sldChg chg="del">
        <pc:chgData name="Carlos Cabrera" userId="3dfc479f2d042d52" providerId="LiveId" clId="{A2E1903D-06FD-4BFB-B18F-FD5254AE17E6}" dt="2020-02-04T01:37:53.713" v="10" actId="47"/>
        <pc:sldMkLst>
          <pc:docMk/>
          <pc:sldMk cId="3339025761" sldId="447"/>
        </pc:sldMkLst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4256D8A9-F639-41E2-8DB5-4871494B81D3}" type="doc">
      <dgm:prSet loTypeId="urn:microsoft.com/office/officeart/2005/8/layout/lProcess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s-PE"/>
        </a:p>
      </dgm:t>
    </dgm:pt>
    <dgm:pt modelId="{FDD49CFD-E3BD-49C1-8BF5-0C9889E17DD0}">
      <dgm:prSet phldrT="[Texto]"/>
      <dgm:spPr/>
      <dgm:t>
        <a:bodyPr/>
        <a:lstStyle/>
        <a:p>
          <a:r>
            <a:rPr lang="es-PE" dirty="0"/>
            <a:t>Inicio</a:t>
          </a:r>
        </a:p>
      </dgm:t>
    </dgm:pt>
    <dgm:pt modelId="{261A2D0D-B873-4941-8671-085CBF405DE5}" type="parTrans" cxnId="{D5F2CFAA-53E8-4127-BF28-ED1D91D40E3D}">
      <dgm:prSet/>
      <dgm:spPr/>
      <dgm:t>
        <a:bodyPr/>
        <a:lstStyle/>
        <a:p>
          <a:endParaRPr lang="es-PE"/>
        </a:p>
      </dgm:t>
    </dgm:pt>
    <dgm:pt modelId="{4F93BBC5-F082-4A8A-BFD0-17AB9F312A55}" type="sibTrans" cxnId="{D5F2CFAA-53E8-4127-BF28-ED1D91D40E3D}">
      <dgm:prSet/>
      <dgm:spPr/>
      <dgm:t>
        <a:bodyPr/>
        <a:lstStyle/>
        <a:p>
          <a:endParaRPr lang="es-PE"/>
        </a:p>
      </dgm:t>
    </dgm:pt>
    <dgm:pt modelId="{F2DD2A3E-65D4-446B-9DF6-4CB5615383AC}">
      <dgm:prSet phldrT="[Texto]"/>
      <dgm:spPr/>
      <dgm:t>
        <a:bodyPr/>
        <a:lstStyle/>
        <a:p>
          <a:r>
            <a:rPr lang="es-PE" dirty="0"/>
            <a:t>Asignación</a:t>
          </a:r>
        </a:p>
      </dgm:t>
    </dgm:pt>
    <dgm:pt modelId="{1DF279FD-207B-4791-AABF-61F02F5C0F33}" type="parTrans" cxnId="{491744D3-98C1-4747-BAEE-52D74B15520A}">
      <dgm:prSet/>
      <dgm:spPr/>
      <dgm:t>
        <a:bodyPr/>
        <a:lstStyle/>
        <a:p>
          <a:endParaRPr lang="es-PE"/>
        </a:p>
      </dgm:t>
    </dgm:pt>
    <dgm:pt modelId="{9C58EC22-D36A-4839-BEAE-0F6840DAA19D}" type="sibTrans" cxnId="{491744D3-98C1-4747-BAEE-52D74B15520A}">
      <dgm:prSet/>
      <dgm:spPr/>
      <dgm:t>
        <a:bodyPr/>
        <a:lstStyle/>
        <a:p>
          <a:endParaRPr lang="es-PE"/>
        </a:p>
      </dgm:t>
    </dgm:pt>
    <dgm:pt modelId="{AB374459-2E35-4D8D-89BB-49D2ED525A4F}">
      <dgm:prSet phldrT="[Texto]"/>
      <dgm:spPr/>
      <dgm:t>
        <a:bodyPr/>
        <a:lstStyle/>
        <a:p>
          <a:r>
            <a:rPr lang="es-PE" dirty="0"/>
            <a:t>Evaluación</a:t>
          </a:r>
        </a:p>
      </dgm:t>
    </dgm:pt>
    <dgm:pt modelId="{04D74110-E57E-41F0-A6D0-22E034D60525}" type="parTrans" cxnId="{A66C6B6F-1E00-4907-A9FA-69C8CD71D5D1}">
      <dgm:prSet/>
      <dgm:spPr/>
      <dgm:t>
        <a:bodyPr/>
        <a:lstStyle/>
        <a:p>
          <a:endParaRPr lang="es-PE"/>
        </a:p>
      </dgm:t>
    </dgm:pt>
    <dgm:pt modelId="{C96CE303-9E19-4B71-8EFE-F5FD4B59AED8}" type="sibTrans" cxnId="{A66C6B6F-1E00-4907-A9FA-69C8CD71D5D1}">
      <dgm:prSet/>
      <dgm:spPr/>
      <dgm:t>
        <a:bodyPr/>
        <a:lstStyle/>
        <a:p>
          <a:endParaRPr lang="es-PE"/>
        </a:p>
      </dgm:t>
    </dgm:pt>
    <dgm:pt modelId="{7FB56420-2757-41BE-9095-328AF81871B5}">
      <dgm:prSet phldrT="[Texto]"/>
      <dgm:spPr/>
      <dgm:t>
        <a:bodyPr/>
        <a:lstStyle/>
        <a:p>
          <a:r>
            <a:rPr lang="es-PE" dirty="0"/>
            <a:t>Planificación</a:t>
          </a:r>
        </a:p>
      </dgm:t>
    </dgm:pt>
    <dgm:pt modelId="{99AF2BA9-6AE3-4101-910B-A2E65BBE9075}" type="parTrans" cxnId="{51E661BC-DFBA-477A-9F86-BBE06AAA9C67}">
      <dgm:prSet/>
      <dgm:spPr/>
      <dgm:t>
        <a:bodyPr/>
        <a:lstStyle/>
        <a:p>
          <a:endParaRPr lang="es-PE"/>
        </a:p>
      </dgm:t>
    </dgm:pt>
    <dgm:pt modelId="{7D71DA5B-AE1C-45BD-94F9-203650781B1C}" type="sibTrans" cxnId="{51E661BC-DFBA-477A-9F86-BBE06AAA9C67}">
      <dgm:prSet/>
      <dgm:spPr/>
      <dgm:t>
        <a:bodyPr/>
        <a:lstStyle/>
        <a:p>
          <a:endParaRPr lang="es-PE"/>
        </a:p>
      </dgm:t>
    </dgm:pt>
    <dgm:pt modelId="{C15428E1-B24D-4411-AA7D-FC6531CE0719}">
      <dgm:prSet phldrT="[Texto]"/>
      <dgm:spPr/>
      <dgm:t>
        <a:bodyPr/>
        <a:lstStyle/>
        <a:p>
          <a:r>
            <a:rPr lang="es-PE" dirty="0"/>
            <a:t>Planificación del Sprint</a:t>
          </a:r>
        </a:p>
      </dgm:t>
    </dgm:pt>
    <dgm:pt modelId="{9B2296E8-A1FD-4376-ADD0-722E9FABDF5A}" type="parTrans" cxnId="{BE37245F-854F-455D-ABEA-057C886A1177}">
      <dgm:prSet/>
      <dgm:spPr/>
      <dgm:t>
        <a:bodyPr/>
        <a:lstStyle/>
        <a:p>
          <a:endParaRPr lang="es-PE"/>
        </a:p>
      </dgm:t>
    </dgm:pt>
    <dgm:pt modelId="{0EB05483-3F88-4968-A600-756A36523F60}" type="sibTrans" cxnId="{BE37245F-854F-455D-ABEA-057C886A1177}">
      <dgm:prSet/>
      <dgm:spPr/>
      <dgm:t>
        <a:bodyPr/>
        <a:lstStyle/>
        <a:p>
          <a:endParaRPr lang="es-PE"/>
        </a:p>
      </dgm:t>
    </dgm:pt>
    <dgm:pt modelId="{94C6B6EB-41AC-4674-A3E2-36B6710798D6}">
      <dgm:prSet phldrT="[Texto]"/>
      <dgm:spPr/>
      <dgm:t>
        <a:bodyPr/>
        <a:lstStyle/>
        <a:p>
          <a:r>
            <a:rPr lang="es-PE" dirty="0"/>
            <a:t>Implementación</a:t>
          </a:r>
        </a:p>
      </dgm:t>
    </dgm:pt>
    <dgm:pt modelId="{5DD6D2FA-4500-48F3-BABA-FE5FE9E69323}" type="parTrans" cxnId="{A57C3E11-E1EF-4C55-9935-61C9330487C7}">
      <dgm:prSet/>
      <dgm:spPr/>
      <dgm:t>
        <a:bodyPr/>
        <a:lstStyle/>
        <a:p>
          <a:endParaRPr lang="es-PE"/>
        </a:p>
      </dgm:t>
    </dgm:pt>
    <dgm:pt modelId="{D523D4F9-830D-4B6F-9D73-0D8074FFFD36}" type="sibTrans" cxnId="{A57C3E11-E1EF-4C55-9935-61C9330487C7}">
      <dgm:prSet/>
      <dgm:spPr/>
      <dgm:t>
        <a:bodyPr/>
        <a:lstStyle/>
        <a:p>
          <a:endParaRPr lang="es-PE"/>
        </a:p>
      </dgm:t>
    </dgm:pt>
    <dgm:pt modelId="{46281794-067F-49B7-92D5-668F5C50F304}">
      <dgm:prSet phldrT="[Texto]"/>
      <dgm:spPr/>
      <dgm:t>
        <a:bodyPr/>
        <a:lstStyle/>
        <a:p>
          <a:r>
            <a:rPr lang="es-PE" dirty="0"/>
            <a:t>Desarrollo de Requerimientos</a:t>
          </a:r>
        </a:p>
      </dgm:t>
    </dgm:pt>
    <dgm:pt modelId="{99858562-18B1-4C3A-A43A-4DA613D5CFED}" type="parTrans" cxnId="{6A4146DF-1CC3-4408-A87E-71B42DA05FBC}">
      <dgm:prSet/>
      <dgm:spPr/>
      <dgm:t>
        <a:bodyPr/>
        <a:lstStyle/>
        <a:p>
          <a:endParaRPr lang="es-PE"/>
        </a:p>
      </dgm:t>
    </dgm:pt>
    <dgm:pt modelId="{47780C53-EC15-4837-847D-911C2B66C6F7}" type="sibTrans" cxnId="{6A4146DF-1CC3-4408-A87E-71B42DA05FBC}">
      <dgm:prSet/>
      <dgm:spPr/>
      <dgm:t>
        <a:bodyPr/>
        <a:lstStyle/>
        <a:p>
          <a:endParaRPr lang="es-PE"/>
        </a:p>
      </dgm:t>
    </dgm:pt>
    <dgm:pt modelId="{147B2028-E2ED-49E0-AE91-B0132F3C2777}">
      <dgm:prSet phldrT="[Texto]"/>
      <dgm:spPr/>
      <dgm:t>
        <a:bodyPr/>
        <a:lstStyle/>
        <a:p>
          <a:r>
            <a:rPr lang="es-PE" dirty="0"/>
            <a:t>Documentación</a:t>
          </a:r>
        </a:p>
      </dgm:t>
    </dgm:pt>
    <dgm:pt modelId="{DC6EB58C-C7BF-47A8-89F9-884E4CA9E57F}" type="parTrans" cxnId="{7B4AA301-7E9F-4E2D-A92C-7CD56EE5FCD9}">
      <dgm:prSet/>
      <dgm:spPr/>
      <dgm:t>
        <a:bodyPr/>
        <a:lstStyle/>
        <a:p>
          <a:endParaRPr lang="es-PE"/>
        </a:p>
      </dgm:t>
    </dgm:pt>
    <dgm:pt modelId="{8DEB6C09-2F02-4FA4-B54A-2F6ADE6CC86F}" type="sibTrans" cxnId="{7B4AA301-7E9F-4E2D-A92C-7CD56EE5FCD9}">
      <dgm:prSet/>
      <dgm:spPr/>
      <dgm:t>
        <a:bodyPr/>
        <a:lstStyle/>
        <a:p>
          <a:endParaRPr lang="es-PE"/>
        </a:p>
      </dgm:t>
    </dgm:pt>
    <dgm:pt modelId="{3D66954F-7F00-497B-8A94-B14B7A4EF93A}">
      <dgm:prSet phldrT="[Texto]"/>
      <dgm:spPr/>
      <dgm:t>
        <a:bodyPr/>
        <a:lstStyle/>
        <a:p>
          <a:r>
            <a:rPr lang="es-PE" dirty="0"/>
            <a:t>Lanzamiento</a:t>
          </a:r>
        </a:p>
      </dgm:t>
    </dgm:pt>
    <dgm:pt modelId="{CDE44FAB-0E2F-4194-9185-19A8114A18A3}" type="parTrans" cxnId="{EBF8DEAF-1177-49CD-9ACB-BCFBCB2C5DCE}">
      <dgm:prSet/>
      <dgm:spPr/>
      <dgm:t>
        <a:bodyPr/>
        <a:lstStyle/>
        <a:p>
          <a:endParaRPr lang="es-PE"/>
        </a:p>
      </dgm:t>
    </dgm:pt>
    <dgm:pt modelId="{A4C5C054-A3F8-44E3-B9FF-DEC5C520B746}" type="sibTrans" cxnId="{EBF8DEAF-1177-49CD-9ACB-BCFBCB2C5DCE}">
      <dgm:prSet/>
      <dgm:spPr/>
      <dgm:t>
        <a:bodyPr/>
        <a:lstStyle/>
        <a:p>
          <a:endParaRPr lang="es-PE"/>
        </a:p>
      </dgm:t>
    </dgm:pt>
    <dgm:pt modelId="{CD6E24C4-8884-46AF-A116-005C994EF3B4}">
      <dgm:prSet phldrT="[Texto]"/>
      <dgm:spPr/>
      <dgm:t>
        <a:bodyPr/>
        <a:lstStyle/>
        <a:p>
          <a:r>
            <a:rPr lang="es-PE" dirty="0"/>
            <a:t>Formalización del Proyecto</a:t>
          </a:r>
        </a:p>
      </dgm:t>
    </dgm:pt>
    <dgm:pt modelId="{2286D6AA-722E-4A32-A632-4690707B9682}" type="parTrans" cxnId="{D3343A19-94D5-4F0B-BED4-CC9BA84FF569}">
      <dgm:prSet/>
      <dgm:spPr/>
      <dgm:t>
        <a:bodyPr/>
        <a:lstStyle/>
        <a:p>
          <a:endParaRPr lang="es-PE"/>
        </a:p>
      </dgm:t>
    </dgm:pt>
    <dgm:pt modelId="{456F451B-3082-4EE6-BF46-5F8D09D34477}" type="sibTrans" cxnId="{D3343A19-94D5-4F0B-BED4-CC9BA84FF569}">
      <dgm:prSet/>
      <dgm:spPr/>
      <dgm:t>
        <a:bodyPr/>
        <a:lstStyle/>
        <a:p>
          <a:endParaRPr lang="es-PE"/>
        </a:p>
      </dgm:t>
    </dgm:pt>
    <dgm:pt modelId="{8B6CE9EB-26A6-48EA-931F-D3A840B7795D}">
      <dgm:prSet phldrT="[Texto]"/>
      <dgm:spPr/>
      <dgm:t>
        <a:bodyPr/>
        <a:lstStyle/>
        <a:p>
          <a:r>
            <a:rPr lang="es-PE" dirty="0"/>
            <a:t>Elaboración del Product Backlog</a:t>
          </a:r>
        </a:p>
      </dgm:t>
    </dgm:pt>
    <dgm:pt modelId="{5E7CDB9C-5210-49DC-8EAE-A7DE916F1572}" type="parTrans" cxnId="{63D38056-ACF6-439D-8AA9-34E1F8D7D965}">
      <dgm:prSet/>
      <dgm:spPr/>
      <dgm:t>
        <a:bodyPr/>
        <a:lstStyle/>
        <a:p>
          <a:endParaRPr lang="es-PE"/>
        </a:p>
      </dgm:t>
    </dgm:pt>
    <dgm:pt modelId="{101DBC7C-F6E1-4DE9-9877-89AE63CA3106}" type="sibTrans" cxnId="{63D38056-ACF6-439D-8AA9-34E1F8D7D965}">
      <dgm:prSet/>
      <dgm:spPr/>
      <dgm:t>
        <a:bodyPr/>
        <a:lstStyle/>
        <a:p>
          <a:endParaRPr lang="es-PE"/>
        </a:p>
      </dgm:t>
    </dgm:pt>
    <dgm:pt modelId="{65E3B19F-CE6D-41E8-8BFE-37711DED7D9F}">
      <dgm:prSet phldrT="[Texto]"/>
      <dgm:spPr/>
      <dgm:t>
        <a:bodyPr/>
        <a:lstStyle/>
        <a:p>
          <a:r>
            <a:rPr lang="es-PE" dirty="0"/>
            <a:t>Revisión del Sprint</a:t>
          </a:r>
        </a:p>
      </dgm:t>
    </dgm:pt>
    <dgm:pt modelId="{864C494E-DAED-4D35-8326-94917275F4DC}" type="parTrans" cxnId="{9AC1F13A-EB34-409A-B95F-A69A2C430A6E}">
      <dgm:prSet/>
      <dgm:spPr/>
      <dgm:t>
        <a:bodyPr/>
        <a:lstStyle/>
        <a:p>
          <a:endParaRPr lang="es-PE"/>
        </a:p>
      </dgm:t>
    </dgm:pt>
    <dgm:pt modelId="{12847DD7-A4C7-4274-9AAE-D075CCD4ABFA}" type="sibTrans" cxnId="{9AC1F13A-EB34-409A-B95F-A69A2C430A6E}">
      <dgm:prSet/>
      <dgm:spPr/>
      <dgm:t>
        <a:bodyPr/>
        <a:lstStyle/>
        <a:p>
          <a:endParaRPr lang="es-PE"/>
        </a:p>
      </dgm:t>
    </dgm:pt>
    <dgm:pt modelId="{121E5BDE-8004-48E6-9389-DEDD8E147990}">
      <dgm:prSet phldrT="[Texto]"/>
      <dgm:spPr/>
      <dgm:t>
        <a:bodyPr/>
        <a:lstStyle/>
        <a:p>
          <a:r>
            <a:rPr lang="es-PE" dirty="0"/>
            <a:t>Despliegue del Release</a:t>
          </a:r>
        </a:p>
      </dgm:t>
    </dgm:pt>
    <dgm:pt modelId="{4610F58B-4296-438E-8A05-C2B1C8AA163B}" type="parTrans" cxnId="{99B211D8-2597-4F3A-98B2-A9886F9FC8A1}">
      <dgm:prSet/>
      <dgm:spPr/>
      <dgm:t>
        <a:bodyPr/>
        <a:lstStyle/>
        <a:p>
          <a:endParaRPr lang="es-PE"/>
        </a:p>
      </dgm:t>
    </dgm:pt>
    <dgm:pt modelId="{251B8987-0EFC-47D0-95B8-5F7258FBFB46}" type="sibTrans" cxnId="{99B211D8-2597-4F3A-98B2-A9886F9FC8A1}">
      <dgm:prSet/>
      <dgm:spPr/>
      <dgm:t>
        <a:bodyPr/>
        <a:lstStyle/>
        <a:p>
          <a:endParaRPr lang="es-PE"/>
        </a:p>
      </dgm:t>
    </dgm:pt>
    <dgm:pt modelId="{BE878B67-8382-4B16-9FE9-7F4D2F5FB65B}">
      <dgm:prSet phldrT="[Texto]"/>
      <dgm:spPr/>
      <dgm:t>
        <a:bodyPr/>
        <a:lstStyle/>
        <a:p>
          <a:r>
            <a:rPr lang="es-PE" dirty="0"/>
            <a:t>Certificación del Release</a:t>
          </a:r>
        </a:p>
      </dgm:t>
    </dgm:pt>
    <dgm:pt modelId="{EB697966-73DF-4BFF-B073-68F347B33B5A}" type="parTrans" cxnId="{368477DD-7147-4672-BCC3-7A5BC7119268}">
      <dgm:prSet/>
      <dgm:spPr/>
      <dgm:t>
        <a:bodyPr/>
        <a:lstStyle/>
        <a:p>
          <a:endParaRPr lang="es-PE"/>
        </a:p>
      </dgm:t>
    </dgm:pt>
    <dgm:pt modelId="{9D945F28-B435-4A74-9EBF-6F69A9D971D8}" type="sibTrans" cxnId="{368477DD-7147-4672-BCC3-7A5BC7119268}">
      <dgm:prSet/>
      <dgm:spPr/>
      <dgm:t>
        <a:bodyPr/>
        <a:lstStyle/>
        <a:p>
          <a:endParaRPr lang="es-PE"/>
        </a:p>
      </dgm:t>
    </dgm:pt>
    <dgm:pt modelId="{B030474F-4A71-406F-A005-9D3878BA2667}">
      <dgm:prSet phldrT="[Texto]"/>
      <dgm:spPr/>
      <dgm:t>
        <a:bodyPr/>
        <a:lstStyle/>
        <a:p>
          <a:r>
            <a:rPr lang="es-PE" dirty="0"/>
            <a:t>Planificación del Proyecto</a:t>
          </a:r>
        </a:p>
      </dgm:t>
    </dgm:pt>
    <dgm:pt modelId="{5ABC1ECE-97D6-4452-9469-D80D32031F52}" type="parTrans" cxnId="{761CED73-7738-496B-930C-1D9DC44CFE02}">
      <dgm:prSet/>
      <dgm:spPr/>
      <dgm:t>
        <a:bodyPr/>
        <a:lstStyle/>
        <a:p>
          <a:endParaRPr lang="es-PE"/>
        </a:p>
      </dgm:t>
    </dgm:pt>
    <dgm:pt modelId="{1A29F42A-4B29-454A-9103-7A2E0AD9FBBE}" type="sibTrans" cxnId="{761CED73-7738-496B-930C-1D9DC44CFE02}">
      <dgm:prSet/>
      <dgm:spPr/>
      <dgm:t>
        <a:bodyPr/>
        <a:lstStyle/>
        <a:p>
          <a:endParaRPr lang="es-PE"/>
        </a:p>
      </dgm:t>
    </dgm:pt>
    <dgm:pt modelId="{00E6E004-51F7-4AD2-B5DC-D43CC098A095}" type="pres">
      <dgm:prSet presAssocID="{4256D8A9-F639-41E2-8DB5-4871494B81D3}" presName="theList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es-PE"/>
        </a:p>
      </dgm:t>
    </dgm:pt>
    <dgm:pt modelId="{2AF870B7-0DF7-4976-BC99-A3D5BEA8CC49}" type="pres">
      <dgm:prSet presAssocID="{FDD49CFD-E3BD-49C1-8BF5-0C9889E17DD0}" presName="compNode" presStyleCnt="0"/>
      <dgm:spPr/>
    </dgm:pt>
    <dgm:pt modelId="{0EEC09DC-7684-4CE2-98FC-15A7566E07D8}" type="pres">
      <dgm:prSet presAssocID="{FDD49CFD-E3BD-49C1-8BF5-0C9889E17DD0}" presName="aNode" presStyleLbl="bgShp" presStyleIdx="0" presStyleCnt="4" custLinFactNeighborY="-964"/>
      <dgm:spPr/>
      <dgm:t>
        <a:bodyPr/>
        <a:lstStyle/>
        <a:p>
          <a:endParaRPr lang="es-PE"/>
        </a:p>
      </dgm:t>
    </dgm:pt>
    <dgm:pt modelId="{74677E45-0B43-4482-8ED6-44ACAFB1BF40}" type="pres">
      <dgm:prSet presAssocID="{FDD49CFD-E3BD-49C1-8BF5-0C9889E17DD0}" presName="textNode" presStyleLbl="bgShp" presStyleIdx="0" presStyleCnt="4"/>
      <dgm:spPr/>
      <dgm:t>
        <a:bodyPr/>
        <a:lstStyle/>
        <a:p>
          <a:endParaRPr lang="es-PE"/>
        </a:p>
      </dgm:t>
    </dgm:pt>
    <dgm:pt modelId="{577B8D3A-B442-433F-88D0-6F71E4E639B7}" type="pres">
      <dgm:prSet presAssocID="{FDD49CFD-E3BD-49C1-8BF5-0C9889E17DD0}" presName="compChildNode" presStyleCnt="0"/>
      <dgm:spPr/>
    </dgm:pt>
    <dgm:pt modelId="{4BA16D0A-5A40-4E82-A469-58A3A8018FE9}" type="pres">
      <dgm:prSet presAssocID="{FDD49CFD-E3BD-49C1-8BF5-0C9889E17DD0}" presName="theInnerList" presStyleCnt="0"/>
      <dgm:spPr/>
    </dgm:pt>
    <dgm:pt modelId="{9CA0412A-73C5-4A79-91B7-802CCD78CCC9}" type="pres">
      <dgm:prSet presAssocID="{F2DD2A3E-65D4-446B-9DF6-4CB5615383AC}" presName="childNode" presStyleLbl="node1" presStyleIdx="0" presStyleCnt="11">
        <dgm:presLayoutVars>
          <dgm:bulletEnabled val="1"/>
        </dgm:presLayoutVars>
      </dgm:prSet>
      <dgm:spPr/>
      <dgm:t>
        <a:bodyPr/>
        <a:lstStyle/>
        <a:p>
          <a:endParaRPr lang="es-PE"/>
        </a:p>
      </dgm:t>
    </dgm:pt>
    <dgm:pt modelId="{4030032D-D348-4B0D-89A0-D903DE3A4461}" type="pres">
      <dgm:prSet presAssocID="{F2DD2A3E-65D4-446B-9DF6-4CB5615383AC}" presName="aSpace2" presStyleCnt="0"/>
      <dgm:spPr/>
    </dgm:pt>
    <dgm:pt modelId="{02E2CFE2-9877-4D27-BCD2-0B6DBBE9FCAE}" type="pres">
      <dgm:prSet presAssocID="{AB374459-2E35-4D8D-89BB-49D2ED525A4F}" presName="childNode" presStyleLbl="node1" presStyleIdx="1" presStyleCnt="11">
        <dgm:presLayoutVars>
          <dgm:bulletEnabled val="1"/>
        </dgm:presLayoutVars>
      </dgm:prSet>
      <dgm:spPr/>
      <dgm:t>
        <a:bodyPr/>
        <a:lstStyle/>
        <a:p>
          <a:endParaRPr lang="es-PE"/>
        </a:p>
      </dgm:t>
    </dgm:pt>
    <dgm:pt modelId="{2A6CCB80-269B-4C5A-9E87-1509BEB7DA66}" type="pres">
      <dgm:prSet presAssocID="{AB374459-2E35-4D8D-89BB-49D2ED525A4F}" presName="aSpace2" presStyleCnt="0"/>
      <dgm:spPr/>
    </dgm:pt>
    <dgm:pt modelId="{88863EAC-886C-4884-A41F-E838F2DD7A84}" type="pres">
      <dgm:prSet presAssocID="{CD6E24C4-8884-46AF-A116-005C994EF3B4}" presName="childNode" presStyleLbl="node1" presStyleIdx="2" presStyleCnt="11">
        <dgm:presLayoutVars>
          <dgm:bulletEnabled val="1"/>
        </dgm:presLayoutVars>
      </dgm:prSet>
      <dgm:spPr/>
      <dgm:t>
        <a:bodyPr/>
        <a:lstStyle/>
        <a:p>
          <a:endParaRPr lang="es-PE"/>
        </a:p>
      </dgm:t>
    </dgm:pt>
    <dgm:pt modelId="{60955A62-E984-4EFF-9E66-F98277A27CF4}" type="pres">
      <dgm:prSet presAssocID="{CD6E24C4-8884-46AF-A116-005C994EF3B4}" presName="aSpace2" presStyleCnt="0"/>
      <dgm:spPr/>
    </dgm:pt>
    <dgm:pt modelId="{56B60ABC-7204-4A2E-A1CA-AF7389E35381}" type="pres">
      <dgm:prSet presAssocID="{8B6CE9EB-26A6-48EA-931F-D3A840B7795D}" presName="childNode" presStyleLbl="node1" presStyleIdx="3" presStyleCnt="11">
        <dgm:presLayoutVars>
          <dgm:bulletEnabled val="1"/>
        </dgm:presLayoutVars>
      </dgm:prSet>
      <dgm:spPr/>
      <dgm:t>
        <a:bodyPr/>
        <a:lstStyle/>
        <a:p>
          <a:endParaRPr lang="es-PE"/>
        </a:p>
      </dgm:t>
    </dgm:pt>
    <dgm:pt modelId="{BB1F8EC1-DDE5-46A3-9E1F-786E8490FB8D}" type="pres">
      <dgm:prSet presAssocID="{FDD49CFD-E3BD-49C1-8BF5-0C9889E17DD0}" presName="aSpace" presStyleCnt="0"/>
      <dgm:spPr/>
    </dgm:pt>
    <dgm:pt modelId="{90A76F5C-D463-4048-B8FB-A63F94B6C574}" type="pres">
      <dgm:prSet presAssocID="{7FB56420-2757-41BE-9095-328AF81871B5}" presName="compNode" presStyleCnt="0"/>
      <dgm:spPr/>
    </dgm:pt>
    <dgm:pt modelId="{815809B6-3B7B-41A4-BDF4-51E9327CC053}" type="pres">
      <dgm:prSet presAssocID="{7FB56420-2757-41BE-9095-328AF81871B5}" presName="aNode" presStyleLbl="bgShp" presStyleIdx="1" presStyleCnt="4"/>
      <dgm:spPr/>
      <dgm:t>
        <a:bodyPr/>
        <a:lstStyle/>
        <a:p>
          <a:endParaRPr lang="es-PE"/>
        </a:p>
      </dgm:t>
    </dgm:pt>
    <dgm:pt modelId="{987C1061-44AE-4721-9D8C-C424653A2C4E}" type="pres">
      <dgm:prSet presAssocID="{7FB56420-2757-41BE-9095-328AF81871B5}" presName="textNode" presStyleLbl="bgShp" presStyleIdx="1" presStyleCnt="4"/>
      <dgm:spPr/>
      <dgm:t>
        <a:bodyPr/>
        <a:lstStyle/>
        <a:p>
          <a:endParaRPr lang="es-PE"/>
        </a:p>
      </dgm:t>
    </dgm:pt>
    <dgm:pt modelId="{A76E42A6-F243-48ED-9E88-75995A04D2C0}" type="pres">
      <dgm:prSet presAssocID="{7FB56420-2757-41BE-9095-328AF81871B5}" presName="compChildNode" presStyleCnt="0"/>
      <dgm:spPr/>
    </dgm:pt>
    <dgm:pt modelId="{0B14E0AF-593E-4530-A4AC-9E4549FE4794}" type="pres">
      <dgm:prSet presAssocID="{7FB56420-2757-41BE-9095-328AF81871B5}" presName="theInnerList" presStyleCnt="0"/>
      <dgm:spPr/>
    </dgm:pt>
    <dgm:pt modelId="{B95E6871-7C63-4CCA-86C5-583553A54070}" type="pres">
      <dgm:prSet presAssocID="{B030474F-4A71-406F-A005-9D3878BA2667}" presName="childNode" presStyleLbl="node1" presStyleIdx="4" presStyleCnt="11">
        <dgm:presLayoutVars>
          <dgm:bulletEnabled val="1"/>
        </dgm:presLayoutVars>
      </dgm:prSet>
      <dgm:spPr/>
      <dgm:t>
        <a:bodyPr/>
        <a:lstStyle/>
        <a:p>
          <a:endParaRPr lang="es-PE"/>
        </a:p>
      </dgm:t>
    </dgm:pt>
    <dgm:pt modelId="{965AD4EA-011B-4C91-ADCF-A86C2C4291DD}" type="pres">
      <dgm:prSet presAssocID="{B030474F-4A71-406F-A005-9D3878BA2667}" presName="aSpace2" presStyleCnt="0"/>
      <dgm:spPr/>
    </dgm:pt>
    <dgm:pt modelId="{D7283CEF-E63C-4E5C-8478-ED5F6485D39B}" type="pres">
      <dgm:prSet presAssocID="{C15428E1-B24D-4411-AA7D-FC6531CE0719}" presName="childNode" presStyleLbl="node1" presStyleIdx="5" presStyleCnt="11">
        <dgm:presLayoutVars>
          <dgm:bulletEnabled val="1"/>
        </dgm:presLayoutVars>
      </dgm:prSet>
      <dgm:spPr/>
      <dgm:t>
        <a:bodyPr/>
        <a:lstStyle/>
        <a:p>
          <a:endParaRPr lang="es-PE"/>
        </a:p>
      </dgm:t>
    </dgm:pt>
    <dgm:pt modelId="{6A3D47C8-603C-4A0A-A7D1-BCEA1A2E86AC}" type="pres">
      <dgm:prSet presAssocID="{7FB56420-2757-41BE-9095-328AF81871B5}" presName="aSpace" presStyleCnt="0"/>
      <dgm:spPr/>
    </dgm:pt>
    <dgm:pt modelId="{184F2DCC-D73B-4455-AF35-FBAFA8E5313F}" type="pres">
      <dgm:prSet presAssocID="{94C6B6EB-41AC-4674-A3E2-36B6710798D6}" presName="compNode" presStyleCnt="0"/>
      <dgm:spPr/>
    </dgm:pt>
    <dgm:pt modelId="{B120CB65-A0DA-4E7B-B2A8-D0FFF4F04B4E}" type="pres">
      <dgm:prSet presAssocID="{94C6B6EB-41AC-4674-A3E2-36B6710798D6}" presName="aNode" presStyleLbl="bgShp" presStyleIdx="2" presStyleCnt="4"/>
      <dgm:spPr/>
      <dgm:t>
        <a:bodyPr/>
        <a:lstStyle/>
        <a:p>
          <a:endParaRPr lang="es-PE"/>
        </a:p>
      </dgm:t>
    </dgm:pt>
    <dgm:pt modelId="{10CFD1D3-1D6B-4226-8C74-4CCDE1FA7A0B}" type="pres">
      <dgm:prSet presAssocID="{94C6B6EB-41AC-4674-A3E2-36B6710798D6}" presName="textNode" presStyleLbl="bgShp" presStyleIdx="2" presStyleCnt="4"/>
      <dgm:spPr/>
      <dgm:t>
        <a:bodyPr/>
        <a:lstStyle/>
        <a:p>
          <a:endParaRPr lang="es-PE"/>
        </a:p>
      </dgm:t>
    </dgm:pt>
    <dgm:pt modelId="{D902716C-F206-479D-94ED-237B6F090E08}" type="pres">
      <dgm:prSet presAssocID="{94C6B6EB-41AC-4674-A3E2-36B6710798D6}" presName="compChildNode" presStyleCnt="0"/>
      <dgm:spPr/>
    </dgm:pt>
    <dgm:pt modelId="{C07B6A9A-E60E-47A5-B7A6-19D700B60C3D}" type="pres">
      <dgm:prSet presAssocID="{94C6B6EB-41AC-4674-A3E2-36B6710798D6}" presName="theInnerList" presStyleCnt="0"/>
      <dgm:spPr/>
    </dgm:pt>
    <dgm:pt modelId="{B9C9D36A-4FC9-44DE-B89A-D0EF297A57D8}" type="pres">
      <dgm:prSet presAssocID="{46281794-067F-49B7-92D5-668F5C50F304}" presName="childNode" presStyleLbl="node1" presStyleIdx="6" presStyleCnt="11">
        <dgm:presLayoutVars>
          <dgm:bulletEnabled val="1"/>
        </dgm:presLayoutVars>
      </dgm:prSet>
      <dgm:spPr/>
      <dgm:t>
        <a:bodyPr/>
        <a:lstStyle/>
        <a:p>
          <a:endParaRPr lang="es-PE"/>
        </a:p>
      </dgm:t>
    </dgm:pt>
    <dgm:pt modelId="{3B110BF3-855B-4FD1-B6C3-2076862DD6C4}" type="pres">
      <dgm:prSet presAssocID="{46281794-067F-49B7-92D5-668F5C50F304}" presName="aSpace2" presStyleCnt="0"/>
      <dgm:spPr/>
    </dgm:pt>
    <dgm:pt modelId="{4C8F5FDD-082C-40F3-B8BB-40011AF9EDDF}" type="pres">
      <dgm:prSet presAssocID="{147B2028-E2ED-49E0-AE91-B0132F3C2777}" presName="childNode" presStyleLbl="node1" presStyleIdx="7" presStyleCnt="11">
        <dgm:presLayoutVars>
          <dgm:bulletEnabled val="1"/>
        </dgm:presLayoutVars>
      </dgm:prSet>
      <dgm:spPr/>
      <dgm:t>
        <a:bodyPr/>
        <a:lstStyle/>
        <a:p>
          <a:endParaRPr lang="es-PE"/>
        </a:p>
      </dgm:t>
    </dgm:pt>
    <dgm:pt modelId="{29A12B76-63DB-4C15-8848-A75BC3B7902A}" type="pres">
      <dgm:prSet presAssocID="{147B2028-E2ED-49E0-AE91-B0132F3C2777}" presName="aSpace2" presStyleCnt="0"/>
      <dgm:spPr/>
    </dgm:pt>
    <dgm:pt modelId="{1F54139F-0CD4-49B1-96EB-12614C17E2BB}" type="pres">
      <dgm:prSet presAssocID="{65E3B19F-CE6D-41E8-8BFE-37711DED7D9F}" presName="childNode" presStyleLbl="node1" presStyleIdx="8" presStyleCnt="11">
        <dgm:presLayoutVars>
          <dgm:bulletEnabled val="1"/>
        </dgm:presLayoutVars>
      </dgm:prSet>
      <dgm:spPr/>
      <dgm:t>
        <a:bodyPr/>
        <a:lstStyle/>
        <a:p>
          <a:endParaRPr lang="es-PE"/>
        </a:p>
      </dgm:t>
    </dgm:pt>
    <dgm:pt modelId="{15C748B0-4B43-4418-AB14-14B56E70DB03}" type="pres">
      <dgm:prSet presAssocID="{94C6B6EB-41AC-4674-A3E2-36B6710798D6}" presName="aSpace" presStyleCnt="0"/>
      <dgm:spPr/>
    </dgm:pt>
    <dgm:pt modelId="{A776A014-4FDF-4EBF-B779-6F34DDC4F069}" type="pres">
      <dgm:prSet presAssocID="{3D66954F-7F00-497B-8A94-B14B7A4EF93A}" presName="compNode" presStyleCnt="0"/>
      <dgm:spPr/>
    </dgm:pt>
    <dgm:pt modelId="{B9C78166-7623-4FC3-84ED-AFE04235FE8A}" type="pres">
      <dgm:prSet presAssocID="{3D66954F-7F00-497B-8A94-B14B7A4EF93A}" presName="aNode" presStyleLbl="bgShp" presStyleIdx="3" presStyleCnt="4"/>
      <dgm:spPr/>
      <dgm:t>
        <a:bodyPr/>
        <a:lstStyle/>
        <a:p>
          <a:endParaRPr lang="es-PE"/>
        </a:p>
      </dgm:t>
    </dgm:pt>
    <dgm:pt modelId="{CA680645-0FF6-4DF6-A4CF-CC18FF3E0ED5}" type="pres">
      <dgm:prSet presAssocID="{3D66954F-7F00-497B-8A94-B14B7A4EF93A}" presName="textNode" presStyleLbl="bgShp" presStyleIdx="3" presStyleCnt="4"/>
      <dgm:spPr/>
      <dgm:t>
        <a:bodyPr/>
        <a:lstStyle/>
        <a:p>
          <a:endParaRPr lang="es-PE"/>
        </a:p>
      </dgm:t>
    </dgm:pt>
    <dgm:pt modelId="{55B4C9D0-6DAD-496E-A62D-CC1D0FFDDBD4}" type="pres">
      <dgm:prSet presAssocID="{3D66954F-7F00-497B-8A94-B14B7A4EF93A}" presName="compChildNode" presStyleCnt="0"/>
      <dgm:spPr/>
    </dgm:pt>
    <dgm:pt modelId="{81318631-661E-4DDD-8007-33D39E04CE91}" type="pres">
      <dgm:prSet presAssocID="{3D66954F-7F00-497B-8A94-B14B7A4EF93A}" presName="theInnerList" presStyleCnt="0"/>
      <dgm:spPr/>
    </dgm:pt>
    <dgm:pt modelId="{17B902DD-6BF0-4AE0-87E7-275C972C17D7}" type="pres">
      <dgm:prSet presAssocID="{BE878B67-8382-4B16-9FE9-7F4D2F5FB65B}" presName="childNode" presStyleLbl="node1" presStyleIdx="9" presStyleCnt="11">
        <dgm:presLayoutVars>
          <dgm:bulletEnabled val="1"/>
        </dgm:presLayoutVars>
      </dgm:prSet>
      <dgm:spPr/>
      <dgm:t>
        <a:bodyPr/>
        <a:lstStyle/>
        <a:p>
          <a:endParaRPr lang="es-PE"/>
        </a:p>
      </dgm:t>
    </dgm:pt>
    <dgm:pt modelId="{15787A6C-2FF3-4A27-A93D-50F4D82E9F46}" type="pres">
      <dgm:prSet presAssocID="{BE878B67-8382-4B16-9FE9-7F4D2F5FB65B}" presName="aSpace2" presStyleCnt="0"/>
      <dgm:spPr/>
    </dgm:pt>
    <dgm:pt modelId="{9843B8B0-FD49-4371-B875-009B0655FD93}" type="pres">
      <dgm:prSet presAssocID="{121E5BDE-8004-48E6-9389-DEDD8E147990}" presName="childNode" presStyleLbl="node1" presStyleIdx="10" presStyleCnt="11">
        <dgm:presLayoutVars>
          <dgm:bulletEnabled val="1"/>
        </dgm:presLayoutVars>
      </dgm:prSet>
      <dgm:spPr/>
      <dgm:t>
        <a:bodyPr/>
        <a:lstStyle/>
        <a:p>
          <a:endParaRPr lang="es-PE"/>
        </a:p>
      </dgm:t>
    </dgm:pt>
  </dgm:ptLst>
  <dgm:cxnLst>
    <dgm:cxn modelId="{008CAFF3-8129-4DE3-9DE9-26744BA17025}" type="presOf" srcId="{65E3B19F-CE6D-41E8-8BFE-37711DED7D9F}" destId="{1F54139F-0CD4-49B1-96EB-12614C17E2BB}" srcOrd="0" destOrd="0" presId="urn:microsoft.com/office/officeart/2005/8/layout/lProcess2"/>
    <dgm:cxn modelId="{D3343A19-94D5-4F0B-BED4-CC9BA84FF569}" srcId="{FDD49CFD-E3BD-49C1-8BF5-0C9889E17DD0}" destId="{CD6E24C4-8884-46AF-A116-005C994EF3B4}" srcOrd="2" destOrd="0" parTransId="{2286D6AA-722E-4A32-A632-4690707B9682}" sibTransId="{456F451B-3082-4EE6-BF46-5F8D09D34477}"/>
    <dgm:cxn modelId="{D5F2CFAA-53E8-4127-BF28-ED1D91D40E3D}" srcId="{4256D8A9-F639-41E2-8DB5-4871494B81D3}" destId="{FDD49CFD-E3BD-49C1-8BF5-0C9889E17DD0}" srcOrd="0" destOrd="0" parTransId="{261A2D0D-B873-4941-8671-085CBF405DE5}" sibTransId="{4F93BBC5-F082-4A8A-BFD0-17AB9F312A55}"/>
    <dgm:cxn modelId="{C6BE6545-3829-4FD7-B33E-1AD99DDB567A}" type="presOf" srcId="{121E5BDE-8004-48E6-9389-DEDD8E147990}" destId="{9843B8B0-FD49-4371-B875-009B0655FD93}" srcOrd="0" destOrd="0" presId="urn:microsoft.com/office/officeart/2005/8/layout/lProcess2"/>
    <dgm:cxn modelId="{E15C5AA5-DD97-4BB5-BF3C-F27F305BCE05}" type="presOf" srcId="{3D66954F-7F00-497B-8A94-B14B7A4EF93A}" destId="{CA680645-0FF6-4DF6-A4CF-CC18FF3E0ED5}" srcOrd="1" destOrd="0" presId="urn:microsoft.com/office/officeart/2005/8/layout/lProcess2"/>
    <dgm:cxn modelId="{99B211D8-2597-4F3A-98B2-A9886F9FC8A1}" srcId="{3D66954F-7F00-497B-8A94-B14B7A4EF93A}" destId="{121E5BDE-8004-48E6-9389-DEDD8E147990}" srcOrd="1" destOrd="0" parTransId="{4610F58B-4296-438E-8A05-C2B1C8AA163B}" sibTransId="{251B8987-0EFC-47D0-95B8-5F7258FBFB46}"/>
    <dgm:cxn modelId="{368477DD-7147-4672-BCC3-7A5BC7119268}" srcId="{3D66954F-7F00-497B-8A94-B14B7A4EF93A}" destId="{BE878B67-8382-4B16-9FE9-7F4D2F5FB65B}" srcOrd="0" destOrd="0" parTransId="{EB697966-73DF-4BFF-B073-68F347B33B5A}" sibTransId="{9D945F28-B435-4A74-9EBF-6F69A9D971D8}"/>
    <dgm:cxn modelId="{9A6CAD9E-CA06-4EA9-8FB0-7032EDDE4938}" type="presOf" srcId="{94C6B6EB-41AC-4674-A3E2-36B6710798D6}" destId="{10CFD1D3-1D6B-4226-8C74-4CCDE1FA7A0B}" srcOrd="1" destOrd="0" presId="urn:microsoft.com/office/officeart/2005/8/layout/lProcess2"/>
    <dgm:cxn modelId="{080CF9FB-7077-4801-8732-F620E914F0F5}" type="presOf" srcId="{4256D8A9-F639-41E2-8DB5-4871494B81D3}" destId="{00E6E004-51F7-4AD2-B5DC-D43CC098A095}" srcOrd="0" destOrd="0" presId="urn:microsoft.com/office/officeart/2005/8/layout/lProcess2"/>
    <dgm:cxn modelId="{FE76535A-5DF2-4C6C-B66B-48BC0CD52776}" type="presOf" srcId="{3D66954F-7F00-497B-8A94-B14B7A4EF93A}" destId="{B9C78166-7623-4FC3-84ED-AFE04235FE8A}" srcOrd="0" destOrd="0" presId="urn:microsoft.com/office/officeart/2005/8/layout/lProcess2"/>
    <dgm:cxn modelId="{761CED73-7738-496B-930C-1D9DC44CFE02}" srcId="{7FB56420-2757-41BE-9095-328AF81871B5}" destId="{B030474F-4A71-406F-A005-9D3878BA2667}" srcOrd="0" destOrd="0" parTransId="{5ABC1ECE-97D6-4452-9469-D80D32031F52}" sibTransId="{1A29F42A-4B29-454A-9103-7A2E0AD9FBBE}"/>
    <dgm:cxn modelId="{418B05D7-FA9E-41B1-B996-F681C1F31107}" type="presOf" srcId="{AB374459-2E35-4D8D-89BB-49D2ED525A4F}" destId="{02E2CFE2-9877-4D27-BCD2-0B6DBBE9FCAE}" srcOrd="0" destOrd="0" presId="urn:microsoft.com/office/officeart/2005/8/layout/lProcess2"/>
    <dgm:cxn modelId="{9AC1F13A-EB34-409A-B95F-A69A2C430A6E}" srcId="{94C6B6EB-41AC-4674-A3E2-36B6710798D6}" destId="{65E3B19F-CE6D-41E8-8BFE-37711DED7D9F}" srcOrd="2" destOrd="0" parTransId="{864C494E-DAED-4D35-8326-94917275F4DC}" sibTransId="{12847DD7-A4C7-4274-9AAE-D075CCD4ABFA}"/>
    <dgm:cxn modelId="{63D38056-ACF6-439D-8AA9-34E1F8D7D965}" srcId="{FDD49CFD-E3BD-49C1-8BF5-0C9889E17DD0}" destId="{8B6CE9EB-26A6-48EA-931F-D3A840B7795D}" srcOrd="3" destOrd="0" parTransId="{5E7CDB9C-5210-49DC-8EAE-A7DE916F1572}" sibTransId="{101DBC7C-F6E1-4DE9-9877-89AE63CA3106}"/>
    <dgm:cxn modelId="{051161D4-4B30-4CED-B20A-6134A0E325BE}" type="presOf" srcId="{8B6CE9EB-26A6-48EA-931F-D3A840B7795D}" destId="{56B60ABC-7204-4A2E-A1CA-AF7389E35381}" srcOrd="0" destOrd="0" presId="urn:microsoft.com/office/officeart/2005/8/layout/lProcess2"/>
    <dgm:cxn modelId="{EBDBA32A-C751-4C32-AC5A-27BA5834845D}" type="presOf" srcId="{B030474F-4A71-406F-A005-9D3878BA2667}" destId="{B95E6871-7C63-4CCA-86C5-583553A54070}" srcOrd="0" destOrd="0" presId="urn:microsoft.com/office/officeart/2005/8/layout/lProcess2"/>
    <dgm:cxn modelId="{F6037A68-BBBD-47CC-8497-8054F72E5F56}" type="presOf" srcId="{FDD49CFD-E3BD-49C1-8BF5-0C9889E17DD0}" destId="{74677E45-0B43-4482-8ED6-44ACAFB1BF40}" srcOrd="1" destOrd="0" presId="urn:microsoft.com/office/officeart/2005/8/layout/lProcess2"/>
    <dgm:cxn modelId="{2A23E80E-7B13-4143-90C5-49363427C9CF}" type="presOf" srcId="{46281794-067F-49B7-92D5-668F5C50F304}" destId="{B9C9D36A-4FC9-44DE-B89A-D0EF297A57D8}" srcOrd="0" destOrd="0" presId="urn:microsoft.com/office/officeart/2005/8/layout/lProcess2"/>
    <dgm:cxn modelId="{7B4AA301-7E9F-4E2D-A92C-7CD56EE5FCD9}" srcId="{94C6B6EB-41AC-4674-A3E2-36B6710798D6}" destId="{147B2028-E2ED-49E0-AE91-B0132F3C2777}" srcOrd="1" destOrd="0" parTransId="{DC6EB58C-C7BF-47A8-89F9-884E4CA9E57F}" sibTransId="{8DEB6C09-2F02-4FA4-B54A-2F6ADE6CC86F}"/>
    <dgm:cxn modelId="{E6326F0C-81A7-4318-AE1B-76BA75DDBCB9}" type="presOf" srcId="{7FB56420-2757-41BE-9095-328AF81871B5}" destId="{987C1061-44AE-4721-9D8C-C424653A2C4E}" srcOrd="1" destOrd="0" presId="urn:microsoft.com/office/officeart/2005/8/layout/lProcess2"/>
    <dgm:cxn modelId="{F569D0E7-6865-42B2-B7EA-BA983720EF81}" type="presOf" srcId="{CD6E24C4-8884-46AF-A116-005C994EF3B4}" destId="{88863EAC-886C-4884-A41F-E838F2DD7A84}" srcOrd="0" destOrd="0" presId="urn:microsoft.com/office/officeart/2005/8/layout/lProcess2"/>
    <dgm:cxn modelId="{A57C3E11-E1EF-4C55-9935-61C9330487C7}" srcId="{4256D8A9-F639-41E2-8DB5-4871494B81D3}" destId="{94C6B6EB-41AC-4674-A3E2-36B6710798D6}" srcOrd="2" destOrd="0" parTransId="{5DD6D2FA-4500-48F3-BABA-FE5FE9E69323}" sibTransId="{D523D4F9-830D-4B6F-9D73-0D8074FFFD36}"/>
    <dgm:cxn modelId="{572A6556-22E9-4BFB-A509-770C637BB463}" type="presOf" srcId="{147B2028-E2ED-49E0-AE91-B0132F3C2777}" destId="{4C8F5FDD-082C-40F3-B8BB-40011AF9EDDF}" srcOrd="0" destOrd="0" presId="urn:microsoft.com/office/officeart/2005/8/layout/lProcess2"/>
    <dgm:cxn modelId="{03F53EDF-D80D-4ADB-BFAA-4C76B5E5FEA6}" type="presOf" srcId="{F2DD2A3E-65D4-446B-9DF6-4CB5615383AC}" destId="{9CA0412A-73C5-4A79-91B7-802CCD78CCC9}" srcOrd="0" destOrd="0" presId="urn:microsoft.com/office/officeart/2005/8/layout/lProcess2"/>
    <dgm:cxn modelId="{6A4146DF-1CC3-4408-A87E-71B42DA05FBC}" srcId="{94C6B6EB-41AC-4674-A3E2-36B6710798D6}" destId="{46281794-067F-49B7-92D5-668F5C50F304}" srcOrd="0" destOrd="0" parTransId="{99858562-18B1-4C3A-A43A-4DA613D5CFED}" sibTransId="{47780C53-EC15-4837-847D-911C2B66C6F7}"/>
    <dgm:cxn modelId="{1F0659E7-1DEA-4FAB-960A-5E53F4D4BA5A}" type="presOf" srcId="{C15428E1-B24D-4411-AA7D-FC6531CE0719}" destId="{D7283CEF-E63C-4E5C-8478-ED5F6485D39B}" srcOrd="0" destOrd="0" presId="urn:microsoft.com/office/officeart/2005/8/layout/lProcess2"/>
    <dgm:cxn modelId="{A66C6B6F-1E00-4907-A9FA-69C8CD71D5D1}" srcId="{FDD49CFD-E3BD-49C1-8BF5-0C9889E17DD0}" destId="{AB374459-2E35-4D8D-89BB-49D2ED525A4F}" srcOrd="1" destOrd="0" parTransId="{04D74110-E57E-41F0-A6D0-22E034D60525}" sibTransId="{C96CE303-9E19-4B71-8EFE-F5FD4B59AED8}"/>
    <dgm:cxn modelId="{491744D3-98C1-4747-BAEE-52D74B15520A}" srcId="{FDD49CFD-E3BD-49C1-8BF5-0C9889E17DD0}" destId="{F2DD2A3E-65D4-446B-9DF6-4CB5615383AC}" srcOrd="0" destOrd="0" parTransId="{1DF279FD-207B-4791-AABF-61F02F5C0F33}" sibTransId="{9C58EC22-D36A-4839-BEAE-0F6840DAA19D}"/>
    <dgm:cxn modelId="{BE37245F-854F-455D-ABEA-057C886A1177}" srcId="{7FB56420-2757-41BE-9095-328AF81871B5}" destId="{C15428E1-B24D-4411-AA7D-FC6531CE0719}" srcOrd="1" destOrd="0" parTransId="{9B2296E8-A1FD-4376-ADD0-722E9FABDF5A}" sibTransId="{0EB05483-3F88-4968-A600-756A36523F60}"/>
    <dgm:cxn modelId="{51E661BC-DFBA-477A-9F86-BBE06AAA9C67}" srcId="{4256D8A9-F639-41E2-8DB5-4871494B81D3}" destId="{7FB56420-2757-41BE-9095-328AF81871B5}" srcOrd="1" destOrd="0" parTransId="{99AF2BA9-6AE3-4101-910B-A2E65BBE9075}" sibTransId="{7D71DA5B-AE1C-45BD-94F9-203650781B1C}"/>
    <dgm:cxn modelId="{0185C1E3-587C-4B49-BA73-83598FB2F432}" type="presOf" srcId="{FDD49CFD-E3BD-49C1-8BF5-0C9889E17DD0}" destId="{0EEC09DC-7684-4CE2-98FC-15A7566E07D8}" srcOrd="0" destOrd="0" presId="urn:microsoft.com/office/officeart/2005/8/layout/lProcess2"/>
    <dgm:cxn modelId="{536E752C-45C1-4A28-A9EE-D6EC26BAC34A}" type="presOf" srcId="{7FB56420-2757-41BE-9095-328AF81871B5}" destId="{815809B6-3B7B-41A4-BDF4-51E9327CC053}" srcOrd="0" destOrd="0" presId="urn:microsoft.com/office/officeart/2005/8/layout/lProcess2"/>
    <dgm:cxn modelId="{65006692-506B-4DCF-A34C-A71AC174B432}" type="presOf" srcId="{BE878B67-8382-4B16-9FE9-7F4D2F5FB65B}" destId="{17B902DD-6BF0-4AE0-87E7-275C972C17D7}" srcOrd="0" destOrd="0" presId="urn:microsoft.com/office/officeart/2005/8/layout/lProcess2"/>
    <dgm:cxn modelId="{EBF8DEAF-1177-49CD-9ACB-BCFBCB2C5DCE}" srcId="{4256D8A9-F639-41E2-8DB5-4871494B81D3}" destId="{3D66954F-7F00-497B-8A94-B14B7A4EF93A}" srcOrd="3" destOrd="0" parTransId="{CDE44FAB-0E2F-4194-9185-19A8114A18A3}" sibTransId="{A4C5C054-A3F8-44E3-B9FF-DEC5C520B746}"/>
    <dgm:cxn modelId="{D2194BDB-A45A-41EE-85CB-2569EDD31B9E}" type="presOf" srcId="{94C6B6EB-41AC-4674-A3E2-36B6710798D6}" destId="{B120CB65-A0DA-4E7B-B2A8-D0FFF4F04B4E}" srcOrd="0" destOrd="0" presId="urn:microsoft.com/office/officeart/2005/8/layout/lProcess2"/>
    <dgm:cxn modelId="{AA018C02-DB77-4FC2-8DC1-D4438D011175}" type="presParOf" srcId="{00E6E004-51F7-4AD2-B5DC-D43CC098A095}" destId="{2AF870B7-0DF7-4976-BC99-A3D5BEA8CC49}" srcOrd="0" destOrd="0" presId="urn:microsoft.com/office/officeart/2005/8/layout/lProcess2"/>
    <dgm:cxn modelId="{5E4A7476-215D-4AF5-952C-0901EE8F6034}" type="presParOf" srcId="{2AF870B7-0DF7-4976-BC99-A3D5BEA8CC49}" destId="{0EEC09DC-7684-4CE2-98FC-15A7566E07D8}" srcOrd="0" destOrd="0" presId="urn:microsoft.com/office/officeart/2005/8/layout/lProcess2"/>
    <dgm:cxn modelId="{9BA9D5B3-71B1-4CBD-93AE-AE91EEB6ACBE}" type="presParOf" srcId="{2AF870B7-0DF7-4976-BC99-A3D5BEA8CC49}" destId="{74677E45-0B43-4482-8ED6-44ACAFB1BF40}" srcOrd="1" destOrd="0" presId="urn:microsoft.com/office/officeart/2005/8/layout/lProcess2"/>
    <dgm:cxn modelId="{86858BBC-4EF7-46FB-821D-1144A84239DF}" type="presParOf" srcId="{2AF870B7-0DF7-4976-BC99-A3D5BEA8CC49}" destId="{577B8D3A-B442-433F-88D0-6F71E4E639B7}" srcOrd="2" destOrd="0" presId="urn:microsoft.com/office/officeart/2005/8/layout/lProcess2"/>
    <dgm:cxn modelId="{9AE6C9FF-C4E1-43BB-96D8-BA6E2FEA4CD7}" type="presParOf" srcId="{577B8D3A-B442-433F-88D0-6F71E4E639B7}" destId="{4BA16D0A-5A40-4E82-A469-58A3A8018FE9}" srcOrd="0" destOrd="0" presId="urn:microsoft.com/office/officeart/2005/8/layout/lProcess2"/>
    <dgm:cxn modelId="{545477A5-4B64-45D5-B22A-D2AB0FF12C3C}" type="presParOf" srcId="{4BA16D0A-5A40-4E82-A469-58A3A8018FE9}" destId="{9CA0412A-73C5-4A79-91B7-802CCD78CCC9}" srcOrd="0" destOrd="0" presId="urn:microsoft.com/office/officeart/2005/8/layout/lProcess2"/>
    <dgm:cxn modelId="{B7C95981-9B87-4EAB-B854-735DBB774484}" type="presParOf" srcId="{4BA16D0A-5A40-4E82-A469-58A3A8018FE9}" destId="{4030032D-D348-4B0D-89A0-D903DE3A4461}" srcOrd="1" destOrd="0" presId="urn:microsoft.com/office/officeart/2005/8/layout/lProcess2"/>
    <dgm:cxn modelId="{0BF72775-F606-44BB-8E78-2AEA4EF13408}" type="presParOf" srcId="{4BA16D0A-5A40-4E82-A469-58A3A8018FE9}" destId="{02E2CFE2-9877-4D27-BCD2-0B6DBBE9FCAE}" srcOrd="2" destOrd="0" presId="urn:microsoft.com/office/officeart/2005/8/layout/lProcess2"/>
    <dgm:cxn modelId="{44DF9A4D-AB6A-4621-970A-2612F44B3620}" type="presParOf" srcId="{4BA16D0A-5A40-4E82-A469-58A3A8018FE9}" destId="{2A6CCB80-269B-4C5A-9E87-1509BEB7DA66}" srcOrd="3" destOrd="0" presId="urn:microsoft.com/office/officeart/2005/8/layout/lProcess2"/>
    <dgm:cxn modelId="{872F2259-42C2-48DC-84F7-523A7DAEA32D}" type="presParOf" srcId="{4BA16D0A-5A40-4E82-A469-58A3A8018FE9}" destId="{88863EAC-886C-4884-A41F-E838F2DD7A84}" srcOrd="4" destOrd="0" presId="urn:microsoft.com/office/officeart/2005/8/layout/lProcess2"/>
    <dgm:cxn modelId="{E0F392CD-0BB9-4C70-B77C-0A99C1D702FF}" type="presParOf" srcId="{4BA16D0A-5A40-4E82-A469-58A3A8018FE9}" destId="{60955A62-E984-4EFF-9E66-F98277A27CF4}" srcOrd="5" destOrd="0" presId="urn:microsoft.com/office/officeart/2005/8/layout/lProcess2"/>
    <dgm:cxn modelId="{A964E6BC-4535-4086-9FE2-877C90E7BD6B}" type="presParOf" srcId="{4BA16D0A-5A40-4E82-A469-58A3A8018FE9}" destId="{56B60ABC-7204-4A2E-A1CA-AF7389E35381}" srcOrd="6" destOrd="0" presId="urn:microsoft.com/office/officeart/2005/8/layout/lProcess2"/>
    <dgm:cxn modelId="{E659D938-A3C7-4904-9B51-0A7DCC53D7F4}" type="presParOf" srcId="{00E6E004-51F7-4AD2-B5DC-D43CC098A095}" destId="{BB1F8EC1-DDE5-46A3-9E1F-786E8490FB8D}" srcOrd="1" destOrd="0" presId="urn:microsoft.com/office/officeart/2005/8/layout/lProcess2"/>
    <dgm:cxn modelId="{E8620045-714F-42EE-B813-462A4A30A815}" type="presParOf" srcId="{00E6E004-51F7-4AD2-B5DC-D43CC098A095}" destId="{90A76F5C-D463-4048-B8FB-A63F94B6C574}" srcOrd="2" destOrd="0" presId="urn:microsoft.com/office/officeart/2005/8/layout/lProcess2"/>
    <dgm:cxn modelId="{7639DD29-7A4F-4F0E-B34E-9B2131805F03}" type="presParOf" srcId="{90A76F5C-D463-4048-B8FB-A63F94B6C574}" destId="{815809B6-3B7B-41A4-BDF4-51E9327CC053}" srcOrd="0" destOrd="0" presId="urn:microsoft.com/office/officeart/2005/8/layout/lProcess2"/>
    <dgm:cxn modelId="{8BC27329-89B3-47FC-82F2-A649910A03A8}" type="presParOf" srcId="{90A76F5C-D463-4048-B8FB-A63F94B6C574}" destId="{987C1061-44AE-4721-9D8C-C424653A2C4E}" srcOrd="1" destOrd="0" presId="urn:microsoft.com/office/officeart/2005/8/layout/lProcess2"/>
    <dgm:cxn modelId="{2F15CAAE-0AD5-4B3E-A76E-D399B10BEF8C}" type="presParOf" srcId="{90A76F5C-D463-4048-B8FB-A63F94B6C574}" destId="{A76E42A6-F243-48ED-9E88-75995A04D2C0}" srcOrd="2" destOrd="0" presId="urn:microsoft.com/office/officeart/2005/8/layout/lProcess2"/>
    <dgm:cxn modelId="{5830C1CD-D1C7-4800-9A2E-FE1AE37FB430}" type="presParOf" srcId="{A76E42A6-F243-48ED-9E88-75995A04D2C0}" destId="{0B14E0AF-593E-4530-A4AC-9E4549FE4794}" srcOrd="0" destOrd="0" presId="urn:microsoft.com/office/officeart/2005/8/layout/lProcess2"/>
    <dgm:cxn modelId="{FD52ACF6-408C-4E05-8A76-051141065DD3}" type="presParOf" srcId="{0B14E0AF-593E-4530-A4AC-9E4549FE4794}" destId="{B95E6871-7C63-4CCA-86C5-583553A54070}" srcOrd="0" destOrd="0" presId="urn:microsoft.com/office/officeart/2005/8/layout/lProcess2"/>
    <dgm:cxn modelId="{63F9CB5A-C9B7-4983-BDC3-B7100AD04C4B}" type="presParOf" srcId="{0B14E0AF-593E-4530-A4AC-9E4549FE4794}" destId="{965AD4EA-011B-4C91-ADCF-A86C2C4291DD}" srcOrd="1" destOrd="0" presId="urn:microsoft.com/office/officeart/2005/8/layout/lProcess2"/>
    <dgm:cxn modelId="{C45DDE24-D56A-4855-870F-CCA6A713CE45}" type="presParOf" srcId="{0B14E0AF-593E-4530-A4AC-9E4549FE4794}" destId="{D7283CEF-E63C-4E5C-8478-ED5F6485D39B}" srcOrd="2" destOrd="0" presId="urn:microsoft.com/office/officeart/2005/8/layout/lProcess2"/>
    <dgm:cxn modelId="{6E78EA60-31A6-4F36-899E-11D75FE8B865}" type="presParOf" srcId="{00E6E004-51F7-4AD2-B5DC-D43CC098A095}" destId="{6A3D47C8-603C-4A0A-A7D1-BCEA1A2E86AC}" srcOrd="3" destOrd="0" presId="urn:microsoft.com/office/officeart/2005/8/layout/lProcess2"/>
    <dgm:cxn modelId="{5C3CA3C0-DB9D-4EB8-927C-65A85E08F6C6}" type="presParOf" srcId="{00E6E004-51F7-4AD2-B5DC-D43CC098A095}" destId="{184F2DCC-D73B-4455-AF35-FBAFA8E5313F}" srcOrd="4" destOrd="0" presId="urn:microsoft.com/office/officeart/2005/8/layout/lProcess2"/>
    <dgm:cxn modelId="{FC2089DA-21A7-4ED9-AB79-985079CE7D00}" type="presParOf" srcId="{184F2DCC-D73B-4455-AF35-FBAFA8E5313F}" destId="{B120CB65-A0DA-4E7B-B2A8-D0FFF4F04B4E}" srcOrd="0" destOrd="0" presId="urn:microsoft.com/office/officeart/2005/8/layout/lProcess2"/>
    <dgm:cxn modelId="{698D868A-4048-4A3B-99FA-D90ECC416585}" type="presParOf" srcId="{184F2DCC-D73B-4455-AF35-FBAFA8E5313F}" destId="{10CFD1D3-1D6B-4226-8C74-4CCDE1FA7A0B}" srcOrd="1" destOrd="0" presId="urn:microsoft.com/office/officeart/2005/8/layout/lProcess2"/>
    <dgm:cxn modelId="{C7B57EA3-CAB4-49DD-B4C0-928C37248C38}" type="presParOf" srcId="{184F2DCC-D73B-4455-AF35-FBAFA8E5313F}" destId="{D902716C-F206-479D-94ED-237B6F090E08}" srcOrd="2" destOrd="0" presId="urn:microsoft.com/office/officeart/2005/8/layout/lProcess2"/>
    <dgm:cxn modelId="{1C257D60-5A6D-4B2F-A596-37D6356EAA77}" type="presParOf" srcId="{D902716C-F206-479D-94ED-237B6F090E08}" destId="{C07B6A9A-E60E-47A5-B7A6-19D700B60C3D}" srcOrd="0" destOrd="0" presId="urn:microsoft.com/office/officeart/2005/8/layout/lProcess2"/>
    <dgm:cxn modelId="{86CA9B6F-87DE-447D-B2B9-D390EF7FACF0}" type="presParOf" srcId="{C07B6A9A-E60E-47A5-B7A6-19D700B60C3D}" destId="{B9C9D36A-4FC9-44DE-B89A-D0EF297A57D8}" srcOrd="0" destOrd="0" presId="urn:microsoft.com/office/officeart/2005/8/layout/lProcess2"/>
    <dgm:cxn modelId="{285297C8-8DB3-41B0-BA67-1249AB4C83D0}" type="presParOf" srcId="{C07B6A9A-E60E-47A5-B7A6-19D700B60C3D}" destId="{3B110BF3-855B-4FD1-B6C3-2076862DD6C4}" srcOrd="1" destOrd="0" presId="urn:microsoft.com/office/officeart/2005/8/layout/lProcess2"/>
    <dgm:cxn modelId="{E78704D6-7510-4D26-8522-B4266FF79BCD}" type="presParOf" srcId="{C07B6A9A-E60E-47A5-B7A6-19D700B60C3D}" destId="{4C8F5FDD-082C-40F3-B8BB-40011AF9EDDF}" srcOrd="2" destOrd="0" presId="urn:microsoft.com/office/officeart/2005/8/layout/lProcess2"/>
    <dgm:cxn modelId="{440BAB71-1F89-4261-A6BE-EDC054C0DDAC}" type="presParOf" srcId="{C07B6A9A-E60E-47A5-B7A6-19D700B60C3D}" destId="{29A12B76-63DB-4C15-8848-A75BC3B7902A}" srcOrd="3" destOrd="0" presId="urn:microsoft.com/office/officeart/2005/8/layout/lProcess2"/>
    <dgm:cxn modelId="{9D5FEE37-F126-45DF-A09C-6E8DE6257D22}" type="presParOf" srcId="{C07B6A9A-E60E-47A5-B7A6-19D700B60C3D}" destId="{1F54139F-0CD4-49B1-96EB-12614C17E2BB}" srcOrd="4" destOrd="0" presId="urn:microsoft.com/office/officeart/2005/8/layout/lProcess2"/>
    <dgm:cxn modelId="{C76F8F68-6F04-4E32-AB80-443E66691ECD}" type="presParOf" srcId="{00E6E004-51F7-4AD2-B5DC-D43CC098A095}" destId="{15C748B0-4B43-4418-AB14-14B56E70DB03}" srcOrd="5" destOrd="0" presId="urn:microsoft.com/office/officeart/2005/8/layout/lProcess2"/>
    <dgm:cxn modelId="{5C4A7D74-3027-4935-A8F5-691493D49C31}" type="presParOf" srcId="{00E6E004-51F7-4AD2-B5DC-D43CC098A095}" destId="{A776A014-4FDF-4EBF-B779-6F34DDC4F069}" srcOrd="6" destOrd="0" presId="urn:microsoft.com/office/officeart/2005/8/layout/lProcess2"/>
    <dgm:cxn modelId="{10D2828D-63B8-4B68-BC82-B749726F2B93}" type="presParOf" srcId="{A776A014-4FDF-4EBF-B779-6F34DDC4F069}" destId="{B9C78166-7623-4FC3-84ED-AFE04235FE8A}" srcOrd="0" destOrd="0" presId="urn:microsoft.com/office/officeart/2005/8/layout/lProcess2"/>
    <dgm:cxn modelId="{A01C6142-F34F-4A4F-93A7-09BFB4DAA5C8}" type="presParOf" srcId="{A776A014-4FDF-4EBF-B779-6F34DDC4F069}" destId="{CA680645-0FF6-4DF6-A4CF-CC18FF3E0ED5}" srcOrd="1" destOrd="0" presId="urn:microsoft.com/office/officeart/2005/8/layout/lProcess2"/>
    <dgm:cxn modelId="{45320829-6616-4873-8083-99F41A0DB631}" type="presParOf" srcId="{A776A014-4FDF-4EBF-B779-6F34DDC4F069}" destId="{55B4C9D0-6DAD-496E-A62D-CC1D0FFDDBD4}" srcOrd="2" destOrd="0" presId="urn:microsoft.com/office/officeart/2005/8/layout/lProcess2"/>
    <dgm:cxn modelId="{7D0A9A56-D4FC-4C08-BE19-C72702B6F6AF}" type="presParOf" srcId="{55B4C9D0-6DAD-496E-A62D-CC1D0FFDDBD4}" destId="{81318631-661E-4DDD-8007-33D39E04CE91}" srcOrd="0" destOrd="0" presId="urn:microsoft.com/office/officeart/2005/8/layout/lProcess2"/>
    <dgm:cxn modelId="{4D696262-4E0E-45D5-A747-6E3D8D882A42}" type="presParOf" srcId="{81318631-661E-4DDD-8007-33D39E04CE91}" destId="{17B902DD-6BF0-4AE0-87E7-275C972C17D7}" srcOrd="0" destOrd="0" presId="urn:microsoft.com/office/officeart/2005/8/layout/lProcess2"/>
    <dgm:cxn modelId="{AF5795E0-662A-4A5E-BDB3-2223500D8D98}" type="presParOf" srcId="{81318631-661E-4DDD-8007-33D39E04CE91}" destId="{15787A6C-2FF3-4A27-A93D-50F4D82E9F46}" srcOrd="1" destOrd="0" presId="urn:microsoft.com/office/officeart/2005/8/layout/lProcess2"/>
    <dgm:cxn modelId="{BADBDEC8-60CF-479A-B2B5-1A54270F0CE4}" type="presParOf" srcId="{81318631-661E-4DDD-8007-33D39E04CE91}" destId="{9843B8B0-FD49-4371-B875-009B0655FD93}" srcOrd="2" destOrd="0" presId="urn:microsoft.com/office/officeart/2005/8/layout/lProcess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095FDDFC-AAAE-4951-93C7-8BAA796E1546}" type="doc">
      <dgm:prSet loTypeId="urn:microsoft.com/office/officeart/2005/8/layout/hList6" loCatId="list" qsTypeId="urn:microsoft.com/office/officeart/2005/8/quickstyle/3d2" qsCatId="3D" csTypeId="urn:microsoft.com/office/officeart/2005/8/colors/accent1_2" csCatId="accent1" phldr="1"/>
      <dgm:spPr/>
      <dgm:t>
        <a:bodyPr/>
        <a:lstStyle/>
        <a:p>
          <a:endParaRPr lang="es-PE"/>
        </a:p>
      </dgm:t>
    </dgm:pt>
    <dgm:pt modelId="{957B2B05-5A70-4789-B92A-09962B5B3216}">
      <dgm:prSet phldrT="[Texto]"/>
      <dgm:spPr/>
      <dgm:t>
        <a:bodyPr/>
        <a:lstStyle/>
        <a:p>
          <a:r>
            <a:rPr lang="es-PE" b="1" dirty="0"/>
            <a:t>Asignación</a:t>
          </a:r>
        </a:p>
      </dgm:t>
    </dgm:pt>
    <dgm:pt modelId="{5630C02E-3678-438B-A002-CFFF8192FDCF}" type="parTrans" cxnId="{F3F76288-2BE2-43DA-BE33-824AA66D541B}">
      <dgm:prSet/>
      <dgm:spPr/>
      <dgm:t>
        <a:bodyPr/>
        <a:lstStyle/>
        <a:p>
          <a:endParaRPr lang="es-PE"/>
        </a:p>
      </dgm:t>
    </dgm:pt>
    <dgm:pt modelId="{CDB723B8-1B72-42A9-942B-4DDD0906D47A}" type="sibTrans" cxnId="{F3F76288-2BE2-43DA-BE33-824AA66D541B}">
      <dgm:prSet/>
      <dgm:spPr/>
      <dgm:t>
        <a:bodyPr/>
        <a:lstStyle/>
        <a:p>
          <a:endParaRPr lang="es-PE"/>
        </a:p>
      </dgm:t>
    </dgm:pt>
    <dgm:pt modelId="{C149617A-D845-41D7-8B85-930B34F107FE}">
      <dgm:prSet phldrT="[Texto]"/>
      <dgm:spPr/>
      <dgm:t>
        <a:bodyPr/>
        <a:lstStyle/>
        <a:p>
          <a:r>
            <a:rPr lang="es-PE" dirty="0"/>
            <a:t>Coordinador del Proyecto</a:t>
          </a:r>
        </a:p>
      </dgm:t>
    </dgm:pt>
    <dgm:pt modelId="{6A9A18C2-AF55-443A-9A55-89F04BA621F1}" type="parTrans" cxnId="{D2051859-628E-40F0-9E47-16AAB6C4B5A7}">
      <dgm:prSet/>
      <dgm:spPr/>
      <dgm:t>
        <a:bodyPr/>
        <a:lstStyle/>
        <a:p>
          <a:endParaRPr lang="es-PE"/>
        </a:p>
      </dgm:t>
    </dgm:pt>
    <dgm:pt modelId="{ACEC3276-2245-474B-B731-0B24CF1A6EA5}" type="sibTrans" cxnId="{D2051859-628E-40F0-9E47-16AAB6C4B5A7}">
      <dgm:prSet/>
      <dgm:spPr/>
      <dgm:t>
        <a:bodyPr/>
        <a:lstStyle/>
        <a:p>
          <a:endParaRPr lang="es-PE"/>
        </a:p>
      </dgm:t>
    </dgm:pt>
    <dgm:pt modelId="{805964C7-B744-4B92-9D31-DBEFF67A1182}">
      <dgm:prSet phldrT="[Texto]"/>
      <dgm:spPr/>
      <dgm:t>
        <a:bodyPr/>
        <a:lstStyle/>
        <a:p>
          <a:r>
            <a:rPr lang="es-PE" b="1" dirty="0"/>
            <a:t>Evaluación</a:t>
          </a:r>
        </a:p>
      </dgm:t>
    </dgm:pt>
    <dgm:pt modelId="{7080BBB5-BCD0-4FDD-AB3D-B927FAF6C733}" type="parTrans" cxnId="{4D5F44B0-4AFD-485B-80B1-0B3A6FCB0ECA}">
      <dgm:prSet/>
      <dgm:spPr/>
      <dgm:t>
        <a:bodyPr/>
        <a:lstStyle/>
        <a:p>
          <a:endParaRPr lang="es-PE"/>
        </a:p>
      </dgm:t>
    </dgm:pt>
    <dgm:pt modelId="{11F12565-9AE9-4A7B-B17B-29C2740862C7}" type="sibTrans" cxnId="{4D5F44B0-4AFD-485B-80B1-0B3A6FCB0ECA}">
      <dgm:prSet/>
      <dgm:spPr/>
      <dgm:t>
        <a:bodyPr/>
        <a:lstStyle/>
        <a:p>
          <a:endParaRPr lang="es-PE"/>
        </a:p>
      </dgm:t>
    </dgm:pt>
    <dgm:pt modelId="{6D09A0A7-0968-4271-9626-03F04CA32959}">
      <dgm:prSet phldrT="[Texto]"/>
      <dgm:spPr/>
      <dgm:t>
        <a:bodyPr/>
        <a:lstStyle/>
        <a:p>
          <a:r>
            <a:rPr lang="es-PE" dirty="0"/>
            <a:t>Viabilidad / Alternativas</a:t>
          </a:r>
        </a:p>
      </dgm:t>
    </dgm:pt>
    <dgm:pt modelId="{B1DD2503-6D16-4D63-90B8-E66E2FC21D23}" type="parTrans" cxnId="{91D95968-F8FC-428C-9415-F56471FFB861}">
      <dgm:prSet/>
      <dgm:spPr/>
      <dgm:t>
        <a:bodyPr/>
        <a:lstStyle/>
        <a:p>
          <a:endParaRPr lang="es-PE"/>
        </a:p>
      </dgm:t>
    </dgm:pt>
    <dgm:pt modelId="{5F1619FE-5091-459D-B857-E7B82D1F220C}" type="sibTrans" cxnId="{91D95968-F8FC-428C-9415-F56471FFB861}">
      <dgm:prSet/>
      <dgm:spPr/>
      <dgm:t>
        <a:bodyPr/>
        <a:lstStyle/>
        <a:p>
          <a:endParaRPr lang="es-PE"/>
        </a:p>
      </dgm:t>
    </dgm:pt>
    <dgm:pt modelId="{E5A6FD7C-A819-4A62-9325-BE6B68EE92D8}">
      <dgm:prSet phldrT="[Texto]"/>
      <dgm:spPr/>
      <dgm:t>
        <a:bodyPr/>
        <a:lstStyle/>
        <a:p>
          <a:r>
            <a:rPr lang="es-PE" dirty="0"/>
            <a:t>Proyectos / Fases</a:t>
          </a:r>
        </a:p>
      </dgm:t>
    </dgm:pt>
    <dgm:pt modelId="{766AD06A-43BB-48B7-9D1A-D8FFC14ABA6F}" type="parTrans" cxnId="{77CB85B5-E407-465E-946F-B75DFDD1A97D}">
      <dgm:prSet/>
      <dgm:spPr/>
      <dgm:t>
        <a:bodyPr/>
        <a:lstStyle/>
        <a:p>
          <a:endParaRPr lang="es-PE"/>
        </a:p>
      </dgm:t>
    </dgm:pt>
    <dgm:pt modelId="{47249FC8-1BC1-4BF9-A9F7-A89B551BAB2D}" type="sibTrans" cxnId="{77CB85B5-E407-465E-946F-B75DFDD1A97D}">
      <dgm:prSet/>
      <dgm:spPr/>
      <dgm:t>
        <a:bodyPr/>
        <a:lstStyle/>
        <a:p>
          <a:endParaRPr lang="es-PE"/>
        </a:p>
      </dgm:t>
    </dgm:pt>
    <dgm:pt modelId="{A4E26166-CE07-46CF-9307-FA4733EF2457}">
      <dgm:prSet phldrT="[Texto]"/>
      <dgm:spPr/>
      <dgm:t>
        <a:bodyPr/>
        <a:lstStyle/>
        <a:p>
          <a:r>
            <a:rPr lang="es-PE" dirty="0"/>
            <a:t>Adquisición</a:t>
          </a:r>
        </a:p>
      </dgm:t>
    </dgm:pt>
    <dgm:pt modelId="{6DE5BBF6-8BE5-4227-869B-2B8074265BDC}" type="parTrans" cxnId="{45875345-8344-4F95-A517-87A48AB0D585}">
      <dgm:prSet/>
      <dgm:spPr/>
      <dgm:t>
        <a:bodyPr/>
        <a:lstStyle/>
        <a:p>
          <a:endParaRPr lang="es-PE"/>
        </a:p>
      </dgm:t>
    </dgm:pt>
    <dgm:pt modelId="{BFEAD38C-9B7B-4326-94E8-7312A939F807}" type="sibTrans" cxnId="{45875345-8344-4F95-A517-87A48AB0D585}">
      <dgm:prSet/>
      <dgm:spPr/>
      <dgm:t>
        <a:bodyPr/>
        <a:lstStyle/>
        <a:p>
          <a:endParaRPr lang="es-PE"/>
        </a:p>
      </dgm:t>
    </dgm:pt>
    <dgm:pt modelId="{4D59D79D-7F91-4317-B37A-BEF713CA16B9}">
      <dgm:prSet phldrT="[Texto]"/>
      <dgm:spPr/>
      <dgm:t>
        <a:bodyPr/>
        <a:lstStyle/>
        <a:p>
          <a:r>
            <a:rPr lang="es-PE" dirty="0"/>
            <a:t>Recursos</a:t>
          </a:r>
        </a:p>
      </dgm:t>
    </dgm:pt>
    <dgm:pt modelId="{2D0D4D09-A4C0-4731-A2C5-97915A62DD57}" type="parTrans" cxnId="{E6162C81-573C-4104-96DC-892430BC7215}">
      <dgm:prSet/>
      <dgm:spPr/>
      <dgm:t>
        <a:bodyPr/>
        <a:lstStyle/>
        <a:p>
          <a:endParaRPr lang="es-PE"/>
        </a:p>
      </dgm:t>
    </dgm:pt>
    <dgm:pt modelId="{E5A026FC-6370-47BF-B68F-9A5DA24D8DC8}" type="sibTrans" cxnId="{E6162C81-573C-4104-96DC-892430BC7215}">
      <dgm:prSet/>
      <dgm:spPr/>
      <dgm:t>
        <a:bodyPr/>
        <a:lstStyle/>
        <a:p>
          <a:endParaRPr lang="es-PE"/>
        </a:p>
      </dgm:t>
    </dgm:pt>
    <dgm:pt modelId="{4A153C34-3234-49FC-A579-79F6CD5FFD1E}">
      <dgm:prSet phldrT="[Texto]"/>
      <dgm:spPr/>
      <dgm:t>
        <a:bodyPr/>
        <a:lstStyle/>
        <a:p>
          <a:r>
            <a:rPr lang="es-PE" dirty="0">
              <a:solidFill>
                <a:srgbClr val="FF0000"/>
              </a:solidFill>
            </a:rPr>
            <a:t>Estimación Inicial</a:t>
          </a:r>
        </a:p>
      </dgm:t>
    </dgm:pt>
    <dgm:pt modelId="{F0244E1A-07B5-449C-8A80-48E16D87653F}" type="parTrans" cxnId="{FBDEF235-334D-44FD-BDE6-675B164A80F3}">
      <dgm:prSet/>
      <dgm:spPr/>
      <dgm:t>
        <a:bodyPr/>
        <a:lstStyle/>
        <a:p>
          <a:endParaRPr lang="es-PE"/>
        </a:p>
      </dgm:t>
    </dgm:pt>
    <dgm:pt modelId="{41CBAA5F-90D1-4003-8375-966F28370EC5}" type="sibTrans" cxnId="{FBDEF235-334D-44FD-BDE6-675B164A80F3}">
      <dgm:prSet/>
      <dgm:spPr/>
      <dgm:t>
        <a:bodyPr/>
        <a:lstStyle/>
        <a:p>
          <a:endParaRPr lang="es-PE"/>
        </a:p>
      </dgm:t>
    </dgm:pt>
    <dgm:pt modelId="{BD6D907B-B3D1-477D-AA06-1963B814BFBC}">
      <dgm:prSet phldrT="[Texto]"/>
      <dgm:spPr/>
      <dgm:t>
        <a:bodyPr/>
        <a:lstStyle/>
        <a:p>
          <a:r>
            <a:rPr lang="es-PE" dirty="0">
              <a:solidFill>
                <a:srgbClr val="FF0000"/>
              </a:solidFill>
            </a:rPr>
            <a:t>Cronograma Inicial</a:t>
          </a:r>
        </a:p>
      </dgm:t>
    </dgm:pt>
    <dgm:pt modelId="{A82021AE-9199-4A3B-938B-AF75EA3D6CAA}" type="parTrans" cxnId="{6C9014F7-C3CD-48A1-91F9-6FE4E2E58840}">
      <dgm:prSet/>
      <dgm:spPr/>
      <dgm:t>
        <a:bodyPr/>
        <a:lstStyle/>
        <a:p>
          <a:endParaRPr lang="es-PE"/>
        </a:p>
      </dgm:t>
    </dgm:pt>
    <dgm:pt modelId="{40C6C8A9-B733-4499-B331-0D46DE772F2B}" type="sibTrans" cxnId="{6C9014F7-C3CD-48A1-91F9-6FE4E2E58840}">
      <dgm:prSet/>
      <dgm:spPr/>
      <dgm:t>
        <a:bodyPr/>
        <a:lstStyle/>
        <a:p>
          <a:endParaRPr lang="es-PE"/>
        </a:p>
      </dgm:t>
    </dgm:pt>
    <dgm:pt modelId="{353FC3DD-C344-4954-8E0C-E077A4C8DE73}">
      <dgm:prSet phldrT="[Texto]"/>
      <dgm:spPr/>
      <dgm:t>
        <a:bodyPr/>
        <a:lstStyle/>
        <a:p>
          <a:r>
            <a:rPr lang="es-PE" b="1" dirty="0" smtClean="0">
              <a:solidFill>
                <a:schemeClr val="bg1"/>
              </a:solidFill>
            </a:rPr>
            <a:t>Formalización </a:t>
          </a:r>
          <a:r>
            <a:rPr lang="es-PE" b="1" dirty="0">
              <a:solidFill>
                <a:schemeClr val="bg1"/>
              </a:solidFill>
            </a:rPr>
            <a:t>del Proyecto</a:t>
          </a:r>
        </a:p>
      </dgm:t>
    </dgm:pt>
    <dgm:pt modelId="{020A23A8-5B85-41D2-8657-65DA61EA6131}" type="parTrans" cxnId="{E20C39E3-385D-4CB4-9080-A97F55A7CF40}">
      <dgm:prSet/>
      <dgm:spPr/>
      <dgm:t>
        <a:bodyPr/>
        <a:lstStyle/>
        <a:p>
          <a:endParaRPr lang="es-PE"/>
        </a:p>
      </dgm:t>
    </dgm:pt>
    <dgm:pt modelId="{91BC6351-3227-48E4-9006-D9CF7645BDD5}" type="sibTrans" cxnId="{E20C39E3-385D-4CB4-9080-A97F55A7CF40}">
      <dgm:prSet/>
      <dgm:spPr/>
      <dgm:t>
        <a:bodyPr/>
        <a:lstStyle/>
        <a:p>
          <a:endParaRPr lang="es-PE"/>
        </a:p>
      </dgm:t>
    </dgm:pt>
    <dgm:pt modelId="{F42B34F1-1037-48F2-B2A5-13AAA24ECF4D}">
      <dgm:prSet phldrT="[Texto]"/>
      <dgm:spPr/>
      <dgm:t>
        <a:bodyPr/>
        <a:lstStyle/>
        <a:p>
          <a:r>
            <a:rPr lang="es-PE" b="1" dirty="0"/>
            <a:t>Elaboración del Product Backlog</a:t>
          </a:r>
          <a:endParaRPr lang="es-PE" dirty="0">
            <a:solidFill>
              <a:srgbClr val="FF0000"/>
            </a:solidFill>
          </a:endParaRPr>
        </a:p>
      </dgm:t>
    </dgm:pt>
    <dgm:pt modelId="{66DCC6B6-7C23-4456-AB27-71C47DC8F01B}" type="parTrans" cxnId="{665A0930-ACE1-42E4-AD34-060DFAF89C37}">
      <dgm:prSet/>
      <dgm:spPr/>
      <dgm:t>
        <a:bodyPr/>
        <a:lstStyle/>
        <a:p>
          <a:endParaRPr lang="es-PE"/>
        </a:p>
      </dgm:t>
    </dgm:pt>
    <dgm:pt modelId="{886D3426-1BE2-41F0-A4EA-646C334EDD81}" type="sibTrans" cxnId="{665A0930-ACE1-42E4-AD34-060DFAF89C37}">
      <dgm:prSet/>
      <dgm:spPr/>
      <dgm:t>
        <a:bodyPr/>
        <a:lstStyle/>
        <a:p>
          <a:endParaRPr lang="es-PE"/>
        </a:p>
      </dgm:t>
    </dgm:pt>
    <dgm:pt modelId="{08EA6CDB-0BEA-4623-813F-860702FC2FAA}">
      <dgm:prSet phldrT="[Texto]"/>
      <dgm:spPr/>
      <dgm:t>
        <a:bodyPr/>
        <a:lstStyle/>
        <a:p>
          <a:r>
            <a:rPr lang="es-PE" b="1" dirty="0" smtClean="0"/>
            <a:t>Acta:</a:t>
          </a:r>
          <a:endParaRPr lang="es-PE" b="1" dirty="0">
            <a:solidFill>
              <a:srgbClr val="FF0000"/>
            </a:solidFill>
          </a:endParaRPr>
        </a:p>
      </dgm:t>
    </dgm:pt>
    <dgm:pt modelId="{70F1D620-78C3-4542-951E-001BB816999D}" type="parTrans" cxnId="{CB364742-516B-4588-9E8C-F267DC620984}">
      <dgm:prSet/>
      <dgm:spPr/>
      <dgm:t>
        <a:bodyPr/>
        <a:lstStyle/>
        <a:p>
          <a:endParaRPr lang="es-PE"/>
        </a:p>
      </dgm:t>
    </dgm:pt>
    <dgm:pt modelId="{D5D5E938-9634-40A7-94BF-8491E709BC95}" type="sibTrans" cxnId="{CB364742-516B-4588-9E8C-F267DC620984}">
      <dgm:prSet/>
      <dgm:spPr/>
      <dgm:t>
        <a:bodyPr/>
        <a:lstStyle/>
        <a:p>
          <a:endParaRPr lang="es-PE"/>
        </a:p>
      </dgm:t>
    </dgm:pt>
    <dgm:pt modelId="{43CD7B05-3D5D-4A3D-8796-E1302D0588E3}">
      <dgm:prSet phldrT="[Texto]"/>
      <dgm:spPr/>
      <dgm:t>
        <a:bodyPr/>
        <a:lstStyle/>
        <a:p>
          <a:r>
            <a:rPr lang="es-PE" dirty="0"/>
            <a:t>Formación del Equipo (TI y LU)</a:t>
          </a:r>
        </a:p>
      </dgm:t>
    </dgm:pt>
    <dgm:pt modelId="{380F3295-852A-41DC-AD9E-8FD69F1A3D22}" type="parTrans" cxnId="{99023573-FE33-411D-938D-A17AB5F713FC}">
      <dgm:prSet/>
      <dgm:spPr/>
      <dgm:t>
        <a:bodyPr/>
        <a:lstStyle/>
        <a:p>
          <a:endParaRPr lang="es-PE"/>
        </a:p>
      </dgm:t>
    </dgm:pt>
    <dgm:pt modelId="{2D7E7167-89B2-4712-A605-B420BC6D4D71}" type="sibTrans" cxnId="{99023573-FE33-411D-938D-A17AB5F713FC}">
      <dgm:prSet/>
      <dgm:spPr/>
      <dgm:t>
        <a:bodyPr/>
        <a:lstStyle/>
        <a:p>
          <a:endParaRPr lang="es-PE"/>
        </a:p>
      </dgm:t>
    </dgm:pt>
    <dgm:pt modelId="{ADFFA3A6-07A7-42F4-B45E-D223EEA175E7}">
      <dgm:prSet phldrT="[Texto]"/>
      <dgm:spPr/>
      <dgm:t>
        <a:bodyPr/>
        <a:lstStyle/>
        <a:p>
          <a:r>
            <a:rPr lang="es-PE" dirty="0"/>
            <a:t>Definición de Épicas</a:t>
          </a:r>
        </a:p>
      </dgm:t>
    </dgm:pt>
    <dgm:pt modelId="{D75CF0A5-673F-45D0-8D90-72C4772A2068}" type="parTrans" cxnId="{E1990CCF-23B7-4F64-95FD-F35377F10891}">
      <dgm:prSet/>
      <dgm:spPr/>
      <dgm:t>
        <a:bodyPr/>
        <a:lstStyle/>
        <a:p>
          <a:endParaRPr lang="es-PE"/>
        </a:p>
      </dgm:t>
    </dgm:pt>
    <dgm:pt modelId="{B9BCCFDE-0E20-4A83-ADCC-6E25DB819E38}" type="sibTrans" cxnId="{E1990CCF-23B7-4F64-95FD-F35377F10891}">
      <dgm:prSet/>
      <dgm:spPr/>
      <dgm:t>
        <a:bodyPr/>
        <a:lstStyle/>
        <a:p>
          <a:endParaRPr lang="es-PE"/>
        </a:p>
      </dgm:t>
    </dgm:pt>
    <dgm:pt modelId="{78D31F2A-0975-4C86-AC15-ED22EE81D4A2}">
      <dgm:prSet phldrT="[Texto]"/>
      <dgm:spPr/>
      <dgm:t>
        <a:bodyPr/>
        <a:lstStyle/>
        <a:p>
          <a:r>
            <a:rPr lang="es-PE" dirty="0"/>
            <a:t>Definición de requerimientos</a:t>
          </a:r>
        </a:p>
      </dgm:t>
    </dgm:pt>
    <dgm:pt modelId="{5763082F-E431-4A67-A328-8B2D469D9CCE}" type="parTrans" cxnId="{058FCEBD-235D-4BD0-8F95-9CDF1CDB2FCD}">
      <dgm:prSet/>
      <dgm:spPr/>
      <dgm:t>
        <a:bodyPr/>
        <a:lstStyle/>
        <a:p>
          <a:endParaRPr lang="es-PE"/>
        </a:p>
      </dgm:t>
    </dgm:pt>
    <dgm:pt modelId="{F1E5D46D-F1BC-43E0-AE79-68F7969FAADA}" type="sibTrans" cxnId="{058FCEBD-235D-4BD0-8F95-9CDF1CDB2FCD}">
      <dgm:prSet/>
      <dgm:spPr/>
      <dgm:t>
        <a:bodyPr/>
        <a:lstStyle/>
        <a:p>
          <a:endParaRPr lang="es-PE"/>
        </a:p>
      </dgm:t>
    </dgm:pt>
    <dgm:pt modelId="{FB8645EB-33E6-474E-AECE-8F563D07DEBD}">
      <dgm:prSet phldrT="[Texto]"/>
      <dgm:spPr/>
      <dgm:t>
        <a:bodyPr/>
        <a:lstStyle/>
        <a:p>
          <a:r>
            <a:rPr lang="es-PE" dirty="0"/>
            <a:t>Definición de criterios de aceptación</a:t>
          </a:r>
        </a:p>
      </dgm:t>
    </dgm:pt>
    <dgm:pt modelId="{D26E4198-0B44-4FAE-A710-3B7B5A38623E}" type="parTrans" cxnId="{09E3236E-B3D9-4419-9955-ED0347D34A09}">
      <dgm:prSet/>
      <dgm:spPr/>
      <dgm:t>
        <a:bodyPr/>
        <a:lstStyle/>
        <a:p>
          <a:endParaRPr lang="es-PE"/>
        </a:p>
      </dgm:t>
    </dgm:pt>
    <dgm:pt modelId="{D0323592-3904-45BD-A5A1-04CB756A2020}" type="sibTrans" cxnId="{09E3236E-B3D9-4419-9955-ED0347D34A09}">
      <dgm:prSet/>
      <dgm:spPr/>
      <dgm:t>
        <a:bodyPr/>
        <a:lstStyle/>
        <a:p>
          <a:endParaRPr lang="es-PE"/>
        </a:p>
      </dgm:t>
    </dgm:pt>
    <dgm:pt modelId="{119FFF9C-D17F-4C87-BABC-9A024B3F2F97}">
      <dgm:prSet phldrT="[Texto]"/>
      <dgm:spPr/>
      <dgm:t>
        <a:bodyPr/>
        <a:lstStyle/>
        <a:p>
          <a:r>
            <a:rPr lang="es-PE" dirty="0"/>
            <a:t>Arquitectura del Sistema</a:t>
          </a:r>
        </a:p>
      </dgm:t>
    </dgm:pt>
    <dgm:pt modelId="{3675A679-E15B-48B9-9130-13D24AE9AE91}" type="parTrans" cxnId="{B490703A-7C64-4507-8354-F5ADF7EA933E}">
      <dgm:prSet/>
      <dgm:spPr/>
      <dgm:t>
        <a:bodyPr/>
        <a:lstStyle/>
        <a:p>
          <a:endParaRPr lang="es-PE"/>
        </a:p>
      </dgm:t>
    </dgm:pt>
    <dgm:pt modelId="{19807A86-55C7-468B-B616-BEFA7BC71A43}" type="sibTrans" cxnId="{B490703A-7C64-4507-8354-F5ADF7EA933E}">
      <dgm:prSet/>
      <dgm:spPr/>
      <dgm:t>
        <a:bodyPr/>
        <a:lstStyle/>
        <a:p>
          <a:endParaRPr lang="es-PE"/>
        </a:p>
      </dgm:t>
    </dgm:pt>
    <dgm:pt modelId="{0EBFE3B0-D62F-4651-950D-7D59958CA90B}">
      <dgm:prSet phldrT="[Texto]"/>
      <dgm:spPr/>
      <dgm:t>
        <a:bodyPr/>
        <a:lstStyle/>
        <a:p>
          <a:r>
            <a:rPr lang="es-PE" baseline="0" dirty="0">
              <a:solidFill>
                <a:schemeClr val="bg1"/>
              </a:solidFill>
            </a:rPr>
            <a:t>Alcance</a:t>
          </a:r>
        </a:p>
      </dgm:t>
    </dgm:pt>
    <dgm:pt modelId="{6D17B350-C03D-4076-A268-E5E445298FE8}" type="parTrans" cxnId="{D8F53BAC-2BED-4CA5-8EE3-4EDBF4B60490}">
      <dgm:prSet/>
      <dgm:spPr/>
      <dgm:t>
        <a:bodyPr/>
        <a:lstStyle/>
        <a:p>
          <a:endParaRPr lang="es-PE"/>
        </a:p>
      </dgm:t>
    </dgm:pt>
    <dgm:pt modelId="{3B23455B-E4A2-448E-B8DF-104887206FCF}" type="sibTrans" cxnId="{D8F53BAC-2BED-4CA5-8EE3-4EDBF4B60490}">
      <dgm:prSet/>
      <dgm:spPr/>
      <dgm:t>
        <a:bodyPr/>
        <a:lstStyle/>
        <a:p>
          <a:endParaRPr lang="es-PE"/>
        </a:p>
      </dgm:t>
    </dgm:pt>
    <dgm:pt modelId="{9489790C-A2E5-46D2-A887-429DB69F8480}">
      <dgm:prSet phldrT="[Texto]"/>
      <dgm:spPr/>
      <dgm:t>
        <a:bodyPr/>
        <a:lstStyle/>
        <a:p>
          <a:r>
            <a:rPr lang="es-PE" baseline="0" dirty="0">
              <a:solidFill>
                <a:schemeClr val="bg1"/>
              </a:solidFill>
            </a:rPr>
            <a:t>Restricciones</a:t>
          </a:r>
        </a:p>
      </dgm:t>
    </dgm:pt>
    <dgm:pt modelId="{41506ED5-6B4A-4AEA-AE61-AFED270DFABD}" type="parTrans" cxnId="{4BADA9F6-E719-494F-A692-7A468CAE97D9}">
      <dgm:prSet/>
      <dgm:spPr/>
      <dgm:t>
        <a:bodyPr/>
        <a:lstStyle/>
        <a:p>
          <a:endParaRPr lang="es-PE"/>
        </a:p>
      </dgm:t>
    </dgm:pt>
    <dgm:pt modelId="{57D31FBE-8AE0-40D5-80DB-29255D1BE14D}" type="sibTrans" cxnId="{4BADA9F6-E719-494F-A692-7A468CAE97D9}">
      <dgm:prSet/>
      <dgm:spPr/>
      <dgm:t>
        <a:bodyPr/>
        <a:lstStyle/>
        <a:p>
          <a:endParaRPr lang="es-PE"/>
        </a:p>
      </dgm:t>
    </dgm:pt>
    <dgm:pt modelId="{FB9A1D62-A660-4992-A455-AF062B36DB9B}">
      <dgm:prSet phldrT="[Texto]"/>
      <dgm:spPr/>
      <dgm:t>
        <a:bodyPr/>
        <a:lstStyle/>
        <a:p>
          <a:r>
            <a:rPr lang="es-PE" dirty="0" err="1"/>
            <a:t>Stakeholders</a:t>
          </a:r>
          <a:endParaRPr lang="es-PE" dirty="0"/>
        </a:p>
      </dgm:t>
    </dgm:pt>
    <dgm:pt modelId="{BCFEF290-9B51-441B-8461-F1C2503C550D}" type="parTrans" cxnId="{23587DD3-1FC7-47EF-9856-13362B65932E}">
      <dgm:prSet/>
      <dgm:spPr/>
      <dgm:t>
        <a:bodyPr/>
        <a:lstStyle/>
        <a:p>
          <a:endParaRPr lang="es-PE"/>
        </a:p>
      </dgm:t>
    </dgm:pt>
    <dgm:pt modelId="{1E2D4C8B-EFEA-4D1B-855D-558DE2CF818C}" type="sibTrans" cxnId="{23587DD3-1FC7-47EF-9856-13362B65932E}">
      <dgm:prSet/>
      <dgm:spPr/>
      <dgm:t>
        <a:bodyPr/>
        <a:lstStyle/>
        <a:p>
          <a:endParaRPr lang="es-PE"/>
        </a:p>
      </dgm:t>
    </dgm:pt>
    <dgm:pt modelId="{47FEF038-EC01-42CB-9323-DEA02FD6BFBA}">
      <dgm:prSet phldrT="[Texto]"/>
      <dgm:spPr/>
      <dgm:t>
        <a:bodyPr/>
        <a:lstStyle/>
        <a:p>
          <a:r>
            <a:rPr lang="es-PE" dirty="0" smtClean="0"/>
            <a:t>Objetivo</a:t>
          </a:r>
          <a:endParaRPr lang="es-PE" dirty="0">
            <a:solidFill>
              <a:srgbClr val="FF0000"/>
            </a:solidFill>
          </a:endParaRPr>
        </a:p>
      </dgm:t>
    </dgm:pt>
    <dgm:pt modelId="{5EEB9342-2335-4AB3-9731-23C34A177E7D}" type="parTrans" cxnId="{617CB717-22D9-4309-96D8-ABE92B431CB5}">
      <dgm:prSet/>
      <dgm:spPr/>
      <dgm:t>
        <a:bodyPr/>
        <a:lstStyle/>
        <a:p>
          <a:endParaRPr lang="es-PE"/>
        </a:p>
      </dgm:t>
    </dgm:pt>
    <dgm:pt modelId="{1CD547C6-3D2B-4877-A549-0BCF20706FE2}" type="sibTrans" cxnId="{617CB717-22D9-4309-96D8-ABE92B431CB5}">
      <dgm:prSet/>
      <dgm:spPr/>
      <dgm:t>
        <a:bodyPr/>
        <a:lstStyle/>
        <a:p>
          <a:endParaRPr lang="es-PE"/>
        </a:p>
      </dgm:t>
    </dgm:pt>
    <dgm:pt modelId="{EA488AC5-0635-4313-A911-B7118E4FBDD2}" type="pres">
      <dgm:prSet presAssocID="{095FDDFC-AAAE-4951-93C7-8BAA796E1546}" presName="Name0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es-PE"/>
        </a:p>
      </dgm:t>
    </dgm:pt>
    <dgm:pt modelId="{F375D4D3-8AFD-4514-9BFF-7E1D98D484D1}" type="pres">
      <dgm:prSet presAssocID="{957B2B05-5A70-4789-B92A-09962B5B3216}" presName="node" presStyleLbl="node1" presStyleIdx="0" presStyleCnt="4">
        <dgm:presLayoutVars>
          <dgm:bulletEnabled val="1"/>
        </dgm:presLayoutVars>
      </dgm:prSet>
      <dgm:spPr/>
      <dgm:t>
        <a:bodyPr/>
        <a:lstStyle/>
        <a:p>
          <a:endParaRPr lang="es-PE"/>
        </a:p>
      </dgm:t>
    </dgm:pt>
    <dgm:pt modelId="{581C21C3-AA64-460E-B7C5-FF4FEC754D55}" type="pres">
      <dgm:prSet presAssocID="{CDB723B8-1B72-42A9-942B-4DDD0906D47A}" presName="sibTrans" presStyleCnt="0"/>
      <dgm:spPr/>
    </dgm:pt>
    <dgm:pt modelId="{5F2554D9-2921-4D96-8577-49B1D128C963}" type="pres">
      <dgm:prSet presAssocID="{805964C7-B744-4B92-9D31-DBEFF67A1182}" presName="node" presStyleLbl="node1" presStyleIdx="1" presStyleCnt="4">
        <dgm:presLayoutVars>
          <dgm:bulletEnabled val="1"/>
        </dgm:presLayoutVars>
      </dgm:prSet>
      <dgm:spPr/>
      <dgm:t>
        <a:bodyPr/>
        <a:lstStyle/>
        <a:p>
          <a:endParaRPr lang="es-PE"/>
        </a:p>
      </dgm:t>
    </dgm:pt>
    <dgm:pt modelId="{F9900095-D8C4-40B2-972F-868FD8EE5B3D}" type="pres">
      <dgm:prSet presAssocID="{11F12565-9AE9-4A7B-B17B-29C2740862C7}" presName="sibTrans" presStyleCnt="0"/>
      <dgm:spPr/>
    </dgm:pt>
    <dgm:pt modelId="{55A05C61-82F2-42A3-AA22-25AAE5C05330}" type="pres">
      <dgm:prSet presAssocID="{353FC3DD-C344-4954-8E0C-E077A4C8DE73}" presName="node" presStyleLbl="node1" presStyleIdx="2" presStyleCnt="4" custLinFactNeighborX="1">
        <dgm:presLayoutVars>
          <dgm:bulletEnabled val="1"/>
        </dgm:presLayoutVars>
      </dgm:prSet>
      <dgm:spPr/>
      <dgm:t>
        <a:bodyPr/>
        <a:lstStyle/>
        <a:p>
          <a:endParaRPr lang="es-PE"/>
        </a:p>
      </dgm:t>
    </dgm:pt>
    <dgm:pt modelId="{6F6CC866-4D39-4D62-AFAE-E647275B05A1}" type="pres">
      <dgm:prSet presAssocID="{91BC6351-3227-48E4-9006-D9CF7645BDD5}" presName="sibTrans" presStyleCnt="0"/>
      <dgm:spPr/>
    </dgm:pt>
    <dgm:pt modelId="{187420F7-A4EE-47F1-82F4-2D6ED8365E68}" type="pres">
      <dgm:prSet presAssocID="{F42B34F1-1037-48F2-B2A5-13AAA24ECF4D}" presName="node" presStyleLbl="node1" presStyleIdx="3" presStyleCnt="4">
        <dgm:presLayoutVars>
          <dgm:bulletEnabled val="1"/>
        </dgm:presLayoutVars>
      </dgm:prSet>
      <dgm:spPr/>
      <dgm:t>
        <a:bodyPr/>
        <a:lstStyle/>
        <a:p>
          <a:endParaRPr lang="es-PE"/>
        </a:p>
      </dgm:t>
    </dgm:pt>
  </dgm:ptLst>
  <dgm:cxnLst>
    <dgm:cxn modelId="{CB364742-516B-4588-9E8C-F267DC620984}" srcId="{353FC3DD-C344-4954-8E0C-E077A4C8DE73}" destId="{08EA6CDB-0BEA-4623-813F-860702FC2FAA}" srcOrd="0" destOrd="0" parTransId="{70F1D620-78C3-4542-951E-001BB816999D}" sibTransId="{D5D5E938-9634-40A7-94BF-8491E709BC95}"/>
    <dgm:cxn modelId="{85C86844-2D99-49C2-A498-AC52AF0331FC}" type="presOf" srcId="{ADFFA3A6-07A7-42F4-B45E-D223EEA175E7}" destId="{55A05C61-82F2-42A3-AA22-25AAE5C05330}" srcOrd="0" destOrd="7" presId="urn:microsoft.com/office/officeart/2005/8/layout/hList6"/>
    <dgm:cxn modelId="{05E43A0F-52AD-4A02-9490-EAA0060AAB4E}" type="presOf" srcId="{C149617A-D845-41D7-8B85-930B34F107FE}" destId="{F375D4D3-8AFD-4514-9BFF-7E1D98D484D1}" srcOrd="0" destOrd="1" presId="urn:microsoft.com/office/officeart/2005/8/layout/hList6"/>
    <dgm:cxn modelId="{7332D54B-4481-47BA-BD28-A01D240C29BB}" type="presOf" srcId="{F42B34F1-1037-48F2-B2A5-13AAA24ECF4D}" destId="{187420F7-A4EE-47F1-82F4-2D6ED8365E68}" srcOrd="0" destOrd="0" presId="urn:microsoft.com/office/officeart/2005/8/layout/hList6"/>
    <dgm:cxn modelId="{FF128262-5179-4FFF-952F-B9592A3F4851}" type="presOf" srcId="{6D09A0A7-0968-4271-9626-03F04CA32959}" destId="{5F2554D9-2921-4D96-8577-49B1D128C963}" srcOrd="0" destOrd="1" presId="urn:microsoft.com/office/officeart/2005/8/layout/hList6"/>
    <dgm:cxn modelId="{F3F76288-2BE2-43DA-BE33-824AA66D541B}" srcId="{095FDDFC-AAAE-4951-93C7-8BAA796E1546}" destId="{957B2B05-5A70-4789-B92A-09962B5B3216}" srcOrd="0" destOrd="0" parTransId="{5630C02E-3678-438B-A002-CFFF8192FDCF}" sibTransId="{CDB723B8-1B72-42A9-942B-4DDD0906D47A}"/>
    <dgm:cxn modelId="{FD413DCA-8EAE-418C-9CBB-262B821664FF}" type="presOf" srcId="{353FC3DD-C344-4954-8E0C-E077A4C8DE73}" destId="{55A05C61-82F2-42A3-AA22-25AAE5C05330}" srcOrd="0" destOrd="0" presId="urn:microsoft.com/office/officeart/2005/8/layout/hList6"/>
    <dgm:cxn modelId="{6607E1A7-2184-4924-B519-50ACE7708553}" type="presOf" srcId="{957B2B05-5A70-4789-B92A-09962B5B3216}" destId="{F375D4D3-8AFD-4514-9BFF-7E1D98D484D1}" srcOrd="0" destOrd="0" presId="urn:microsoft.com/office/officeart/2005/8/layout/hList6"/>
    <dgm:cxn modelId="{665A0930-ACE1-42E4-AD34-060DFAF89C37}" srcId="{095FDDFC-AAAE-4951-93C7-8BAA796E1546}" destId="{F42B34F1-1037-48F2-B2A5-13AAA24ECF4D}" srcOrd="3" destOrd="0" parTransId="{66DCC6B6-7C23-4456-AB27-71C47DC8F01B}" sibTransId="{886D3426-1BE2-41F0-A4EA-646C334EDD81}"/>
    <dgm:cxn modelId="{E6162C81-573C-4104-96DC-892430BC7215}" srcId="{805964C7-B744-4B92-9D31-DBEFF67A1182}" destId="{4D59D79D-7F91-4317-B37A-BEF713CA16B9}" srcOrd="3" destOrd="0" parTransId="{2D0D4D09-A4C0-4731-A2C5-97915A62DD57}" sibTransId="{E5A026FC-6370-47BF-B68F-9A5DA24D8DC8}"/>
    <dgm:cxn modelId="{45875345-8344-4F95-A517-87A48AB0D585}" srcId="{805964C7-B744-4B92-9D31-DBEFF67A1182}" destId="{A4E26166-CE07-46CF-9307-FA4733EF2457}" srcOrd="2" destOrd="0" parTransId="{6DE5BBF6-8BE5-4227-869B-2B8074265BDC}" sibTransId="{BFEAD38C-9B7B-4326-94E8-7312A939F807}"/>
    <dgm:cxn modelId="{513850EF-D3A0-46C8-B704-EC35655197E0}" type="presOf" srcId="{4A153C34-3234-49FC-A579-79F6CD5FFD1E}" destId="{5F2554D9-2921-4D96-8577-49B1D128C963}" srcOrd="0" destOrd="6" presId="urn:microsoft.com/office/officeart/2005/8/layout/hList6"/>
    <dgm:cxn modelId="{4BADA9F6-E719-494F-A692-7A468CAE97D9}" srcId="{08EA6CDB-0BEA-4623-813F-860702FC2FAA}" destId="{9489790C-A2E5-46D2-A887-429DB69F8480}" srcOrd="2" destOrd="0" parTransId="{41506ED5-6B4A-4AEA-AE61-AFED270DFABD}" sibTransId="{57D31FBE-8AE0-40D5-80DB-29255D1BE14D}"/>
    <dgm:cxn modelId="{ED4499EA-F32F-42D0-95F8-64C1933CB255}" type="presOf" srcId="{FB9A1D62-A660-4992-A455-AF062B36DB9B}" destId="{55A05C61-82F2-42A3-AA22-25AAE5C05330}" srcOrd="0" destOrd="6" presId="urn:microsoft.com/office/officeart/2005/8/layout/hList6"/>
    <dgm:cxn modelId="{E1990CCF-23B7-4F64-95FD-F35377F10891}" srcId="{08EA6CDB-0BEA-4623-813F-860702FC2FAA}" destId="{ADFFA3A6-07A7-42F4-B45E-D223EEA175E7}" srcOrd="5" destOrd="0" parTransId="{D75CF0A5-673F-45D0-8D90-72C4772A2068}" sibTransId="{B9BCCFDE-0E20-4A83-ADCC-6E25DB819E38}"/>
    <dgm:cxn modelId="{C0570B5C-19A2-4C1D-9FF5-90DA88DBC17B}" type="presOf" srcId="{78D31F2A-0975-4C86-AC15-ED22EE81D4A2}" destId="{187420F7-A4EE-47F1-82F4-2D6ED8365E68}" srcOrd="0" destOrd="1" presId="urn:microsoft.com/office/officeart/2005/8/layout/hList6"/>
    <dgm:cxn modelId="{058FCEBD-235D-4BD0-8F95-9CDF1CDB2FCD}" srcId="{F42B34F1-1037-48F2-B2A5-13AAA24ECF4D}" destId="{78D31F2A-0975-4C86-AC15-ED22EE81D4A2}" srcOrd="0" destOrd="0" parTransId="{5763082F-E431-4A67-A328-8B2D469D9CCE}" sibTransId="{F1E5D46D-F1BC-43E0-AE79-68F7969FAADA}"/>
    <dgm:cxn modelId="{D2051859-628E-40F0-9E47-16AAB6C4B5A7}" srcId="{957B2B05-5A70-4789-B92A-09962B5B3216}" destId="{C149617A-D845-41D7-8B85-930B34F107FE}" srcOrd="0" destOrd="0" parTransId="{6A9A18C2-AF55-443A-9A55-89F04BA621F1}" sibTransId="{ACEC3276-2245-474B-B731-0B24CF1A6EA5}"/>
    <dgm:cxn modelId="{D729A485-8BFF-4096-985A-65783F22BD68}" type="presOf" srcId="{4D59D79D-7F91-4317-B37A-BEF713CA16B9}" destId="{5F2554D9-2921-4D96-8577-49B1D128C963}" srcOrd="0" destOrd="4" presId="urn:microsoft.com/office/officeart/2005/8/layout/hList6"/>
    <dgm:cxn modelId="{112369B9-008B-4A4E-A471-E683EA9F3ED2}" type="presOf" srcId="{095FDDFC-AAAE-4951-93C7-8BAA796E1546}" destId="{EA488AC5-0635-4313-A911-B7118E4FBDD2}" srcOrd="0" destOrd="0" presId="urn:microsoft.com/office/officeart/2005/8/layout/hList6"/>
    <dgm:cxn modelId="{4D5F44B0-4AFD-485B-80B1-0B3A6FCB0ECA}" srcId="{095FDDFC-AAAE-4951-93C7-8BAA796E1546}" destId="{805964C7-B744-4B92-9D31-DBEFF67A1182}" srcOrd="1" destOrd="0" parTransId="{7080BBB5-BCD0-4FDD-AB3D-B927FAF6C733}" sibTransId="{11F12565-9AE9-4A7B-B17B-29C2740862C7}"/>
    <dgm:cxn modelId="{B63E3DA7-2326-494A-8815-285593174F0C}" type="presOf" srcId="{08EA6CDB-0BEA-4623-813F-860702FC2FAA}" destId="{55A05C61-82F2-42A3-AA22-25AAE5C05330}" srcOrd="0" destOrd="1" presId="urn:microsoft.com/office/officeart/2005/8/layout/hList6"/>
    <dgm:cxn modelId="{CB96F859-C321-4C66-ADD3-5B1E08618450}" type="presOf" srcId="{43CD7B05-3D5D-4A3D-8796-E1302D0588E3}" destId="{55A05C61-82F2-42A3-AA22-25AAE5C05330}" srcOrd="0" destOrd="5" presId="urn:microsoft.com/office/officeart/2005/8/layout/hList6"/>
    <dgm:cxn modelId="{617CB717-22D9-4309-96D8-ABE92B431CB5}" srcId="{08EA6CDB-0BEA-4623-813F-860702FC2FAA}" destId="{47FEF038-EC01-42CB-9323-DEA02FD6BFBA}" srcOrd="0" destOrd="0" parTransId="{5EEB9342-2335-4AB3-9731-23C34A177E7D}" sibTransId="{1CD547C6-3D2B-4877-A549-0BCF20706FE2}"/>
    <dgm:cxn modelId="{09E3236E-B3D9-4419-9955-ED0347D34A09}" srcId="{F42B34F1-1037-48F2-B2A5-13AAA24ECF4D}" destId="{FB8645EB-33E6-474E-AECE-8F563D07DEBD}" srcOrd="1" destOrd="0" parTransId="{D26E4198-0B44-4FAE-A710-3B7B5A38623E}" sibTransId="{D0323592-3904-45BD-A5A1-04CB756A2020}"/>
    <dgm:cxn modelId="{C72AA184-F3A8-45BF-B95C-A2C48BD9C782}" type="presOf" srcId="{47FEF038-EC01-42CB-9323-DEA02FD6BFBA}" destId="{55A05C61-82F2-42A3-AA22-25AAE5C05330}" srcOrd="0" destOrd="2" presId="urn:microsoft.com/office/officeart/2005/8/layout/hList6"/>
    <dgm:cxn modelId="{05A8285D-4441-4512-B0AD-F1060CC5AF3E}" type="presOf" srcId="{119FFF9C-D17F-4C87-BABC-9A024B3F2F97}" destId="{5F2554D9-2921-4D96-8577-49B1D128C963}" srcOrd="0" destOrd="5" presId="urn:microsoft.com/office/officeart/2005/8/layout/hList6"/>
    <dgm:cxn modelId="{FBDEF235-334D-44FD-BDE6-675B164A80F3}" srcId="{805964C7-B744-4B92-9D31-DBEFF67A1182}" destId="{4A153C34-3234-49FC-A579-79F6CD5FFD1E}" srcOrd="5" destOrd="0" parTransId="{F0244E1A-07B5-449C-8A80-48E16D87653F}" sibTransId="{41CBAA5F-90D1-4003-8375-966F28370EC5}"/>
    <dgm:cxn modelId="{B490703A-7C64-4507-8354-F5ADF7EA933E}" srcId="{805964C7-B744-4B92-9D31-DBEFF67A1182}" destId="{119FFF9C-D17F-4C87-BABC-9A024B3F2F97}" srcOrd="4" destOrd="0" parTransId="{3675A679-E15B-48B9-9130-13D24AE9AE91}" sibTransId="{19807A86-55C7-468B-B616-BEFA7BC71A43}"/>
    <dgm:cxn modelId="{72CB3B5F-DE71-461D-9F3C-DF697C79ACE2}" type="presOf" srcId="{805964C7-B744-4B92-9D31-DBEFF67A1182}" destId="{5F2554D9-2921-4D96-8577-49B1D128C963}" srcOrd="0" destOrd="0" presId="urn:microsoft.com/office/officeart/2005/8/layout/hList6"/>
    <dgm:cxn modelId="{F46F80A0-710D-46B3-AD9E-07E1038D2BEC}" type="presOf" srcId="{0EBFE3B0-D62F-4651-950D-7D59958CA90B}" destId="{55A05C61-82F2-42A3-AA22-25AAE5C05330}" srcOrd="0" destOrd="3" presId="urn:microsoft.com/office/officeart/2005/8/layout/hList6"/>
    <dgm:cxn modelId="{99023573-FE33-411D-938D-A17AB5F713FC}" srcId="{08EA6CDB-0BEA-4623-813F-860702FC2FAA}" destId="{43CD7B05-3D5D-4A3D-8796-E1302D0588E3}" srcOrd="3" destOrd="0" parTransId="{380F3295-852A-41DC-AD9E-8FD69F1A3D22}" sibTransId="{2D7E7167-89B2-4712-A605-B420BC6D4D71}"/>
    <dgm:cxn modelId="{CE392AC1-8D21-4D29-A7EB-1605C9FE5F22}" type="presOf" srcId="{A4E26166-CE07-46CF-9307-FA4733EF2457}" destId="{5F2554D9-2921-4D96-8577-49B1D128C963}" srcOrd="0" destOrd="3" presId="urn:microsoft.com/office/officeart/2005/8/layout/hList6"/>
    <dgm:cxn modelId="{E20C39E3-385D-4CB4-9080-A97F55A7CF40}" srcId="{095FDDFC-AAAE-4951-93C7-8BAA796E1546}" destId="{353FC3DD-C344-4954-8E0C-E077A4C8DE73}" srcOrd="2" destOrd="0" parTransId="{020A23A8-5B85-41D2-8657-65DA61EA6131}" sibTransId="{91BC6351-3227-48E4-9006-D9CF7645BDD5}"/>
    <dgm:cxn modelId="{FD1C6B54-B637-4A44-A4D9-FECF2AE1DFC1}" type="presOf" srcId="{FB8645EB-33E6-474E-AECE-8F563D07DEBD}" destId="{187420F7-A4EE-47F1-82F4-2D6ED8365E68}" srcOrd="0" destOrd="2" presId="urn:microsoft.com/office/officeart/2005/8/layout/hList6"/>
    <dgm:cxn modelId="{8B16697F-5BA5-464E-99D4-14E7B83671D2}" type="presOf" srcId="{9489790C-A2E5-46D2-A887-429DB69F8480}" destId="{55A05C61-82F2-42A3-AA22-25AAE5C05330}" srcOrd="0" destOrd="4" presId="urn:microsoft.com/office/officeart/2005/8/layout/hList6"/>
    <dgm:cxn modelId="{77CB85B5-E407-465E-946F-B75DFDD1A97D}" srcId="{805964C7-B744-4B92-9D31-DBEFF67A1182}" destId="{E5A6FD7C-A819-4A62-9325-BE6B68EE92D8}" srcOrd="1" destOrd="0" parTransId="{766AD06A-43BB-48B7-9D1A-D8FFC14ABA6F}" sibTransId="{47249FC8-1BC1-4BF9-A9F7-A89B551BAB2D}"/>
    <dgm:cxn modelId="{6C9014F7-C3CD-48A1-91F9-6FE4E2E58840}" srcId="{805964C7-B744-4B92-9D31-DBEFF67A1182}" destId="{BD6D907B-B3D1-477D-AA06-1963B814BFBC}" srcOrd="6" destOrd="0" parTransId="{A82021AE-9199-4A3B-938B-AF75EA3D6CAA}" sibTransId="{40C6C8A9-B733-4499-B331-0D46DE772F2B}"/>
    <dgm:cxn modelId="{0AD5F6C5-BE89-48A8-9B61-044D658D1F9C}" type="presOf" srcId="{BD6D907B-B3D1-477D-AA06-1963B814BFBC}" destId="{5F2554D9-2921-4D96-8577-49B1D128C963}" srcOrd="0" destOrd="7" presId="urn:microsoft.com/office/officeart/2005/8/layout/hList6"/>
    <dgm:cxn modelId="{7AF1C300-F990-4E26-8DA4-9FEF563FE003}" type="presOf" srcId="{E5A6FD7C-A819-4A62-9325-BE6B68EE92D8}" destId="{5F2554D9-2921-4D96-8577-49B1D128C963}" srcOrd="0" destOrd="2" presId="urn:microsoft.com/office/officeart/2005/8/layout/hList6"/>
    <dgm:cxn modelId="{D8F53BAC-2BED-4CA5-8EE3-4EDBF4B60490}" srcId="{08EA6CDB-0BEA-4623-813F-860702FC2FAA}" destId="{0EBFE3B0-D62F-4651-950D-7D59958CA90B}" srcOrd="1" destOrd="0" parTransId="{6D17B350-C03D-4076-A268-E5E445298FE8}" sibTransId="{3B23455B-E4A2-448E-B8DF-104887206FCF}"/>
    <dgm:cxn modelId="{91D95968-F8FC-428C-9415-F56471FFB861}" srcId="{805964C7-B744-4B92-9D31-DBEFF67A1182}" destId="{6D09A0A7-0968-4271-9626-03F04CA32959}" srcOrd="0" destOrd="0" parTransId="{B1DD2503-6D16-4D63-90B8-E66E2FC21D23}" sibTransId="{5F1619FE-5091-459D-B857-E7B82D1F220C}"/>
    <dgm:cxn modelId="{23587DD3-1FC7-47EF-9856-13362B65932E}" srcId="{08EA6CDB-0BEA-4623-813F-860702FC2FAA}" destId="{FB9A1D62-A660-4992-A455-AF062B36DB9B}" srcOrd="4" destOrd="0" parTransId="{BCFEF290-9B51-441B-8461-F1C2503C550D}" sibTransId="{1E2D4C8B-EFEA-4D1B-855D-558DE2CF818C}"/>
    <dgm:cxn modelId="{40103321-8B72-477D-99B8-7D925AECAC36}" type="presParOf" srcId="{EA488AC5-0635-4313-A911-B7118E4FBDD2}" destId="{F375D4D3-8AFD-4514-9BFF-7E1D98D484D1}" srcOrd="0" destOrd="0" presId="urn:microsoft.com/office/officeart/2005/8/layout/hList6"/>
    <dgm:cxn modelId="{F1E0A45E-DD60-4A36-B023-68B5C9391F6A}" type="presParOf" srcId="{EA488AC5-0635-4313-A911-B7118E4FBDD2}" destId="{581C21C3-AA64-460E-B7C5-FF4FEC754D55}" srcOrd="1" destOrd="0" presId="urn:microsoft.com/office/officeart/2005/8/layout/hList6"/>
    <dgm:cxn modelId="{DCC4BCCE-20FB-4611-9728-309ECAF6B6D2}" type="presParOf" srcId="{EA488AC5-0635-4313-A911-B7118E4FBDD2}" destId="{5F2554D9-2921-4D96-8577-49B1D128C963}" srcOrd="2" destOrd="0" presId="urn:microsoft.com/office/officeart/2005/8/layout/hList6"/>
    <dgm:cxn modelId="{65F7A4E7-7B4E-4CC9-A5B6-50A760CBB1B6}" type="presParOf" srcId="{EA488AC5-0635-4313-A911-B7118E4FBDD2}" destId="{F9900095-D8C4-40B2-972F-868FD8EE5B3D}" srcOrd="3" destOrd="0" presId="urn:microsoft.com/office/officeart/2005/8/layout/hList6"/>
    <dgm:cxn modelId="{22376B89-3C5F-4FA5-9097-03B66CD84965}" type="presParOf" srcId="{EA488AC5-0635-4313-A911-B7118E4FBDD2}" destId="{55A05C61-82F2-42A3-AA22-25AAE5C05330}" srcOrd="4" destOrd="0" presId="urn:microsoft.com/office/officeart/2005/8/layout/hList6"/>
    <dgm:cxn modelId="{8DC8B111-DC0D-45B5-931C-AC013481E934}" type="presParOf" srcId="{EA488AC5-0635-4313-A911-B7118E4FBDD2}" destId="{6F6CC866-4D39-4D62-AFAE-E647275B05A1}" srcOrd="5" destOrd="0" presId="urn:microsoft.com/office/officeart/2005/8/layout/hList6"/>
    <dgm:cxn modelId="{506720B8-5C35-47B4-B240-0B0FEA53E070}" type="presParOf" srcId="{EA488AC5-0635-4313-A911-B7118E4FBDD2}" destId="{187420F7-A4EE-47F1-82F4-2D6ED8365E68}" srcOrd="6" destOrd="0" presId="urn:microsoft.com/office/officeart/2005/8/layout/hList6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095FDDFC-AAAE-4951-93C7-8BAA796E1546}" type="doc">
      <dgm:prSet loTypeId="urn:microsoft.com/office/officeart/2005/8/layout/hList6" loCatId="list" qsTypeId="urn:microsoft.com/office/officeart/2005/8/quickstyle/3d2" qsCatId="3D" csTypeId="urn:microsoft.com/office/officeart/2005/8/colors/accent1_2" csCatId="accent1" phldr="1"/>
      <dgm:spPr/>
      <dgm:t>
        <a:bodyPr/>
        <a:lstStyle/>
        <a:p>
          <a:endParaRPr lang="es-PE"/>
        </a:p>
      </dgm:t>
    </dgm:pt>
    <dgm:pt modelId="{957B2B05-5A70-4789-B92A-09962B5B3216}">
      <dgm:prSet phldrT="[Texto]"/>
      <dgm:spPr/>
      <dgm:t>
        <a:bodyPr/>
        <a:lstStyle/>
        <a:p>
          <a:r>
            <a:rPr lang="es-PE" b="1" dirty="0"/>
            <a:t>Planificación del Proyecto</a:t>
          </a:r>
        </a:p>
      </dgm:t>
    </dgm:pt>
    <dgm:pt modelId="{5630C02E-3678-438B-A002-CFFF8192FDCF}" type="parTrans" cxnId="{F3F76288-2BE2-43DA-BE33-824AA66D541B}">
      <dgm:prSet/>
      <dgm:spPr/>
      <dgm:t>
        <a:bodyPr/>
        <a:lstStyle/>
        <a:p>
          <a:endParaRPr lang="es-PE"/>
        </a:p>
      </dgm:t>
    </dgm:pt>
    <dgm:pt modelId="{CDB723B8-1B72-42A9-942B-4DDD0906D47A}" type="sibTrans" cxnId="{F3F76288-2BE2-43DA-BE33-824AA66D541B}">
      <dgm:prSet/>
      <dgm:spPr/>
      <dgm:t>
        <a:bodyPr/>
        <a:lstStyle/>
        <a:p>
          <a:endParaRPr lang="es-PE"/>
        </a:p>
      </dgm:t>
    </dgm:pt>
    <dgm:pt modelId="{C149617A-D845-41D7-8B85-930B34F107FE}">
      <dgm:prSet phldrT="[Texto]"/>
      <dgm:spPr/>
      <dgm:t>
        <a:bodyPr/>
        <a:lstStyle/>
        <a:p>
          <a:r>
            <a:rPr lang="es-PE" dirty="0" err="1"/>
            <a:t>Releases</a:t>
          </a:r>
          <a:endParaRPr lang="es-PE" dirty="0"/>
        </a:p>
      </dgm:t>
    </dgm:pt>
    <dgm:pt modelId="{6A9A18C2-AF55-443A-9A55-89F04BA621F1}" type="parTrans" cxnId="{D2051859-628E-40F0-9E47-16AAB6C4B5A7}">
      <dgm:prSet/>
      <dgm:spPr/>
      <dgm:t>
        <a:bodyPr/>
        <a:lstStyle/>
        <a:p>
          <a:endParaRPr lang="es-PE"/>
        </a:p>
      </dgm:t>
    </dgm:pt>
    <dgm:pt modelId="{ACEC3276-2245-474B-B731-0B24CF1A6EA5}" type="sibTrans" cxnId="{D2051859-628E-40F0-9E47-16AAB6C4B5A7}">
      <dgm:prSet/>
      <dgm:spPr/>
      <dgm:t>
        <a:bodyPr/>
        <a:lstStyle/>
        <a:p>
          <a:endParaRPr lang="es-PE"/>
        </a:p>
      </dgm:t>
    </dgm:pt>
    <dgm:pt modelId="{805964C7-B744-4B92-9D31-DBEFF67A1182}">
      <dgm:prSet phldrT="[Texto]"/>
      <dgm:spPr/>
      <dgm:t>
        <a:bodyPr/>
        <a:lstStyle/>
        <a:p>
          <a:r>
            <a:rPr lang="es-PE" b="1" dirty="0"/>
            <a:t>Planificación del Sprint</a:t>
          </a:r>
        </a:p>
      </dgm:t>
    </dgm:pt>
    <dgm:pt modelId="{7080BBB5-BCD0-4FDD-AB3D-B927FAF6C733}" type="parTrans" cxnId="{4D5F44B0-4AFD-485B-80B1-0B3A6FCB0ECA}">
      <dgm:prSet/>
      <dgm:spPr/>
      <dgm:t>
        <a:bodyPr/>
        <a:lstStyle/>
        <a:p>
          <a:endParaRPr lang="es-PE"/>
        </a:p>
      </dgm:t>
    </dgm:pt>
    <dgm:pt modelId="{11F12565-9AE9-4A7B-B17B-29C2740862C7}" type="sibTrans" cxnId="{4D5F44B0-4AFD-485B-80B1-0B3A6FCB0ECA}">
      <dgm:prSet/>
      <dgm:spPr/>
      <dgm:t>
        <a:bodyPr/>
        <a:lstStyle/>
        <a:p>
          <a:endParaRPr lang="es-PE"/>
        </a:p>
      </dgm:t>
    </dgm:pt>
    <dgm:pt modelId="{6D09A0A7-0968-4271-9626-03F04CA32959}">
      <dgm:prSet phldrT="[Texto]"/>
      <dgm:spPr/>
      <dgm:t>
        <a:bodyPr/>
        <a:lstStyle/>
        <a:p>
          <a:r>
            <a:rPr lang="es-PE" dirty="0"/>
            <a:t>En coordinación con el usuario, selección de requerimientos priorizados: disponibilidad de recursos, tiempo de refinamiento, soporte, otros proyectos, reuniones externas, otros.</a:t>
          </a:r>
        </a:p>
      </dgm:t>
    </dgm:pt>
    <dgm:pt modelId="{B1DD2503-6D16-4D63-90B8-E66E2FC21D23}" type="parTrans" cxnId="{91D95968-F8FC-428C-9415-F56471FFB861}">
      <dgm:prSet/>
      <dgm:spPr/>
      <dgm:t>
        <a:bodyPr/>
        <a:lstStyle/>
        <a:p>
          <a:endParaRPr lang="es-PE"/>
        </a:p>
      </dgm:t>
    </dgm:pt>
    <dgm:pt modelId="{5F1619FE-5091-459D-B857-E7B82D1F220C}" type="sibTrans" cxnId="{91D95968-F8FC-428C-9415-F56471FFB861}">
      <dgm:prSet/>
      <dgm:spPr/>
      <dgm:t>
        <a:bodyPr/>
        <a:lstStyle/>
        <a:p>
          <a:endParaRPr lang="es-PE"/>
        </a:p>
      </dgm:t>
    </dgm:pt>
    <dgm:pt modelId="{841572D3-92A8-48BB-AA98-1229CE76A251}">
      <dgm:prSet phldrT="[Texto]"/>
      <dgm:spPr/>
      <dgm:t>
        <a:bodyPr/>
        <a:lstStyle/>
        <a:p>
          <a:r>
            <a:rPr lang="es-PE" dirty="0"/>
            <a:t>Identificación de Riesgos</a:t>
          </a:r>
        </a:p>
      </dgm:t>
    </dgm:pt>
    <dgm:pt modelId="{4245A297-44DB-41BC-8E3F-A2CB969CE3EC}" type="parTrans" cxnId="{5B454294-6588-417B-8D02-770766C8F1FD}">
      <dgm:prSet/>
      <dgm:spPr/>
      <dgm:t>
        <a:bodyPr/>
        <a:lstStyle/>
        <a:p>
          <a:endParaRPr lang="es-PE"/>
        </a:p>
      </dgm:t>
    </dgm:pt>
    <dgm:pt modelId="{5287AA51-1271-49CB-95A3-75EABE184D37}" type="sibTrans" cxnId="{5B454294-6588-417B-8D02-770766C8F1FD}">
      <dgm:prSet/>
      <dgm:spPr/>
      <dgm:t>
        <a:bodyPr/>
        <a:lstStyle/>
        <a:p>
          <a:endParaRPr lang="es-PE"/>
        </a:p>
      </dgm:t>
    </dgm:pt>
    <dgm:pt modelId="{98D51BCB-0B39-48A5-AE32-59EBBCE8AA57}">
      <dgm:prSet phldrT="[Texto]"/>
      <dgm:spPr/>
      <dgm:t>
        <a:bodyPr/>
        <a:lstStyle/>
        <a:p>
          <a:r>
            <a:rPr lang="es-PE" dirty="0"/>
            <a:t>Actualización del Cronograma</a:t>
          </a:r>
        </a:p>
      </dgm:t>
    </dgm:pt>
    <dgm:pt modelId="{6BA1171B-82AB-4DC5-AED0-5139819B7E7C}" type="parTrans" cxnId="{914007C3-5808-48D6-B19C-7E30314DBCF6}">
      <dgm:prSet/>
      <dgm:spPr/>
      <dgm:t>
        <a:bodyPr/>
        <a:lstStyle/>
        <a:p>
          <a:endParaRPr lang="es-PE"/>
        </a:p>
      </dgm:t>
    </dgm:pt>
    <dgm:pt modelId="{3F718BA2-10BD-4C7E-AE80-51683AF87B6D}" type="sibTrans" cxnId="{914007C3-5808-48D6-B19C-7E30314DBCF6}">
      <dgm:prSet/>
      <dgm:spPr/>
      <dgm:t>
        <a:bodyPr/>
        <a:lstStyle/>
        <a:p>
          <a:endParaRPr lang="es-PE"/>
        </a:p>
      </dgm:t>
    </dgm:pt>
    <dgm:pt modelId="{AE38EA3C-7A0D-4799-A8AA-E168664C6D4F}">
      <dgm:prSet phldrT="[Texto]"/>
      <dgm:spPr/>
      <dgm:t>
        <a:bodyPr/>
        <a:lstStyle/>
        <a:p>
          <a:r>
            <a:rPr lang="es-PE" b="0" baseline="0" dirty="0">
              <a:solidFill>
                <a:schemeClr val="bg1"/>
              </a:solidFill>
            </a:rPr>
            <a:t>Sprint (1 mes)</a:t>
          </a:r>
        </a:p>
      </dgm:t>
    </dgm:pt>
    <dgm:pt modelId="{14374F42-B924-4088-BE99-11C7F2184CDB}" type="parTrans" cxnId="{F0ACE9F5-24C3-4869-A579-574D8DE787BF}">
      <dgm:prSet/>
      <dgm:spPr/>
      <dgm:t>
        <a:bodyPr/>
        <a:lstStyle/>
        <a:p>
          <a:endParaRPr lang="es-PE"/>
        </a:p>
      </dgm:t>
    </dgm:pt>
    <dgm:pt modelId="{2EC09A46-D1F7-4C58-826E-3D87B610D863}" type="sibTrans" cxnId="{F0ACE9F5-24C3-4869-A579-574D8DE787BF}">
      <dgm:prSet/>
      <dgm:spPr/>
      <dgm:t>
        <a:bodyPr/>
        <a:lstStyle/>
        <a:p>
          <a:endParaRPr lang="es-PE"/>
        </a:p>
      </dgm:t>
    </dgm:pt>
    <dgm:pt modelId="{E7119C71-6759-4E39-9BD7-3B3ABCA39D4D}">
      <dgm:prSet phldrT="[Texto]"/>
      <dgm:spPr/>
      <dgm:t>
        <a:bodyPr/>
        <a:lstStyle/>
        <a:p>
          <a:r>
            <a:rPr lang="es-PE" dirty="0"/>
            <a:t>Preparación de ambiente de trabajo</a:t>
          </a:r>
        </a:p>
      </dgm:t>
    </dgm:pt>
    <dgm:pt modelId="{93AB70C1-1A93-4F65-BEE5-40B371ECC3B7}" type="parTrans" cxnId="{80ADAC4E-BBA2-44F2-BBC7-7ED0EC450934}">
      <dgm:prSet/>
      <dgm:spPr/>
      <dgm:t>
        <a:bodyPr/>
        <a:lstStyle/>
        <a:p>
          <a:endParaRPr lang="es-PE"/>
        </a:p>
      </dgm:t>
    </dgm:pt>
    <dgm:pt modelId="{B450AFD8-2AE0-4C70-9BE5-2679F449A7D0}" type="sibTrans" cxnId="{80ADAC4E-BBA2-44F2-BBC7-7ED0EC450934}">
      <dgm:prSet/>
      <dgm:spPr/>
      <dgm:t>
        <a:bodyPr/>
        <a:lstStyle/>
        <a:p>
          <a:endParaRPr lang="es-PE"/>
        </a:p>
      </dgm:t>
    </dgm:pt>
    <dgm:pt modelId="{CB119EDA-4449-4ECD-A5F5-5252E816DC8E}">
      <dgm:prSet phldrT="[Texto]"/>
      <dgm:spPr/>
      <dgm:t>
        <a:bodyPr/>
        <a:lstStyle/>
        <a:p>
          <a:r>
            <a:rPr lang="es-PE" dirty="0"/>
            <a:t>Hitos</a:t>
          </a:r>
        </a:p>
      </dgm:t>
    </dgm:pt>
    <dgm:pt modelId="{39AFD096-9A22-484A-AB69-6CAEC15CCF76}" type="parTrans" cxnId="{B85C7884-9363-44AC-960E-F64F4A31DA49}">
      <dgm:prSet/>
      <dgm:spPr/>
    </dgm:pt>
    <dgm:pt modelId="{6666BADE-020C-42E1-94A4-592EFD33BEE2}" type="sibTrans" cxnId="{B85C7884-9363-44AC-960E-F64F4A31DA49}">
      <dgm:prSet/>
      <dgm:spPr/>
    </dgm:pt>
    <dgm:pt modelId="{BB11EF1D-8FCB-471E-A927-4E47380B2B3B}" type="pres">
      <dgm:prSet presAssocID="{095FDDFC-AAAE-4951-93C7-8BAA796E1546}" presName="Name0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es-PE"/>
        </a:p>
      </dgm:t>
    </dgm:pt>
    <dgm:pt modelId="{79E97C47-54AA-4DE0-B311-9A11EC04F056}" type="pres">
      <dgm:prSet presAssocID="{957B2B05-5A70-4789-B92A-09962B5B3216}" presName="node" presStyleLbl="node1" presStyleIdx="0" presStyleCnt="2">
        <dgm:presLayoutVars>
          <dgm:bulletEnabled val="1"/>
        </dgm:presLayoutVars>
      </dgm:prSet>
      <dgm:spPr/>
      <dgm:t>
        <a:bodyPr/>
        <a:lstStyle/>
        <a:p>
          <a:endParaRPr lang="es-PE"/>
        </a:p>
      </dgm:t>
    </dgm:pt>
    <dgm:pt modelId="{6B4B4029-7749-4C7D-8E50-4721A810D892}" type="pres">
      <dgm:prSet presAssocID="{CDB723B8-1B72-42A9-942B-4DDD0906D47A}" presName="sibTrans" presStyleCnt="0"/>
      <dgm:spPr/>
    </dgm:pt>
    <dgm:pt modelId="{61C0E788-DA43-4C80-A756-F02F9FAC4ADB}" type="pres">
      <dgm:prSet presAssocID="{805964C7-B744-4B92-9D31-DBEFF67A1182}" presName="node" presStyleLbl="node1" presStyleIdx="1" presStyleCnt="2">
        <dgm:presLayoutVars>
          <dgm:bulletEnabled val="1"/>
        </dgm:presLayoutVars>
      </dgm:prSet>
      <dgm:spPr/>
      <dgm:t>
        <a:bodyPr/>
        <a:lstStyle/>
        <a:p>
          <a:endParaRPr lang="es-PE"/>
        </a:p>
      </dgm:t>
    </dgm:pt>
  </dgm:ptLst>
  <dgm:cxnLst>
    <dgm:cxn modelId="{F3F76288-2BE2-43DA-BE33-824AA66D541B}" srcId="{095FDDFC-AAAE-4951-93C7-8BAA796E1546}" destId="{957B2B05-5A70-4789-B92A-09962B5B3216}" srcOrd="0" destOrd="0" parTransId="{5630C02E-3678-438B-A002-CFFF8192FDCF}" sibTransId="{CDB723B8-1B72-42A9-942B-4DDD0906D47A}"/>
    <dgm:cxn modelId="{91D95968-F8FC-428C-9415-F56471FFB861}" srcId="{805964C7-B744-4B92-9D31-DBEFF67A1182}" destId="{6D09A0A7-0968-4271-9626-03F04CA32959}" srcOrd="0" destOrd="0" parTransId="{B1DD2503-6D16-4D63-90B8-E66E2FC21D23}" sibTransId="{5F1619FE-5091-459D-B857-E7B82D1F220C}"/>
    <dgm:cxn modelId="{E50F338B-FB41-4396-8D8F-09618E4CC636}" type="presOf" srcId="{095FDDFC-AAAE-4951-93C7-8BAA796E1546}" destId="{BB11EF1D-8FCB-471E-A927-4E47380B2B3B}" srcOrd="0" destOrd="0" presId="urn:microsoft.com/office/officeart/2005/8/layout/hList6"/>
    <dgm:cxn modelId="{80ADAC4E-BBA2-44F2-BBC7-7ED0EC450934}" srcId="{805964C7-B744-4B92-9D31-DBEFF67A1182}" destId="{E7119C71-6759-4E39-9BD7-3B3ABCA39D4D}" srcOrd="1" destOrd="0" parTransId="{93AB70C1-1A93-4F65-BEE5-40B371ECC3B7}" sibTransId="{B450AFD8-2AE0-4C70-9BE5-2679F449A7D0}"/>
    <dgm:cxn modelId="{CF603EE1-D43C-4288-8F8C-EB4D124EC319}" type="presOf" srcId="{957B2B05-5A70-4789-B92A-09962B5B3216}" destId="{79E97C47-54AA-4DE0-B311-9A11EC04F056}" srcOrd="0" destOrd="0" presId="urn:microsoft.com/office/officeart/2005/8/layout/hList6"/>
    <dgm:cxn modelId="{BE6F1ED7-B208-45DC-B9F0-7F1D37C932F7}" type="presOf" srcId="{CB119EDA-4449-4ECD-A5F5-5252E816DC8E}" destId="{79E97C47-54AA-4DE0-B311-9A11EC04F056}" srcOrd="0" destOrd="2" presId="urn:microsoft.com/office/officeart/2005/8/layout/hList6"/>
    <dgm:cxn modelId="{3AB8BAED-5ABC-4D87-A1DA-D1D47E596FFE}" type="presOf" srcId="{805964C7-B744-4B92-9D31-DBEFF67A1182}" destId="{61C0E788-DA43-4C80-A756-F02F9FAC4ADB}" srcOrd="0" destOrd="0" presId="urn:microsoft.com/office/officeart/2005/8/layout/hList6"/>
    <dgm:cxn modelId="{5B454294-6588-417B-8D02-770766C8F1FD}" srcId="{957B2B05-5A70-4789-B92A-09962B5B3216}" destId="{841572D3-92A8-48BB-AA98-1229CE76A251}" srcOrd="3" destOrd="0" parTransId="{4245A297-44DB-41BC-8E3F-A2CB969CE3EC}" sibTransId="{5287AA51-1271-49CB-95A3-75EABE184D37}"/>
    <dgm:cxn modelId="{E368EE76-5525-4BD9-8B2A-2DADD79A1143}" type="presOf" srcId="{C149617A-D845-41D7-8B85-930B34F107FE}" destId="{79E97C47-54AA-4DE0-B311-9A11EC04F056}" srcOrd="0" destOrd="1" presId="urn:microsoft.com/office/officeart/2005/8/layout/hList6"/>
    <dgm:cxn modelId="{557CC65D-8C08-4361-8BB6-7B8E7DBEA80B}" type="presOf" srcId="{98D51BCB-0B39-48A5-AE32-59EBBCE8AA57}" destId="{79E97C47-54AA-4DE0-B311-9A11EC04F056}" srcOrd="0" destOrd="3" presId="urn:microsoft.com/office/officeart/2005/8/layout/hList6"/>
    <dgm:cxn modelId="{5CBC9955-C88B-4836-94C3-DCD7615D6A4C}" type="presOf" srcId="{6D09A0A7-0968-4271-9626-03F04CA32959}" destId="{61C0E788-DA43-4C80-A756-F02F9FAC4ADB}" srcOrd="0" destOrd="1" presId="urn:microsoft.com/office/officeart/2005/8/layout/hList6"/>
    <dgm:cxn modelId="{A66B339B-ED13-4D9D-B6FC-8C927EFBF677}" type="presOf" srcId="{E7119C71-6759-4E39-9BD7-3B3ABCA39D4D}" destId="{61C0E788-DA43-4C80-A756-F02F9FAC4ADB}" srcOrd="0" destOrd="2" presId="urn:microsoft.com/office/officeart/2005/8/layout/hList6"/>
    <dgm:cxn modelId="{F5046A17-F6C8-445E-A4CD-0963F09956EF}" type="presOf" srcId="{AE38EA3C-7A0D-4799-A8AA-E168664C6D4F}" destId="{79E97C47-54AA-4DE0-B311-9A11EC04F056}" srcOrd="0" destOrd="5" presId="urn:microsoft.com/office/officeart/2005/8/layout/hList6"/>
    <dgm:cxn modelId="{D2051859-628E-40F0-9E47-16AAB6C4B5A7}" srcId="{957B2B05-5A70-4789-B92A-09962B5B3216}" destId="{C149617A-D845-41D7-8B85-930B34F107FE}" srcOrd="0" destOrd="0" parTransId="{6A9A18C2-AF55-443A-9A55-89F04BA621F1}" sibTransId="{ACEC3276-2245-474B-B731-0B24CF1A6EA5}"/>
    <dgm:cxn modelId="{F0ACE9F5-24C3-4869-A579-574D8DE787BF}" srcId="{957B2B05-5A70-4789-B92A-09962B5B3216}" destId="{AE38EA3C-7A0D-4799-A8AA-E168664C6D4F}" srcOrd="4" destOrd="0" parTransId="{14374F42-B924-4088-BE99-11C7F2184CDB}" sibTransId="{2EC09A46-D1F7-4C58-826E-3D87B610D863}"/>
    <dgm:cxn modelId="{97B6D245-BA51-4248-B3F7-C96AE2CEFD1E}" type="presOf" srcId="{841572D3-92A8-48BB-AA98-1229CE76A251}" destId="{79E97C47-54AA-4DE0-B311-9A11EC04F056}" srcOrd="0" destOrd="4" presId="urn:microsoft.com/office/officeart/2005/8/layout/hList6"/>
    <dgm:cxn modelId="{B85C7884-9363-44AC-960E-F64F4A31DA49}" srcId="{957B2B05-5A70-4789-B92A-09962B5B3216}" destId="{CB119EDA-4449-4ECD-A5F5-5252E816DC8E}" srcOrd="1" destOrd="0" parTransId="{39AFD096-9A22-484A-AB69-6CAEC15CCF76}" sibTransId="{6666BADE-020C-42E1-94A4-592EFD33BEE2}"/>
    <dgm:cxn modelId="{4D5F44B0-4AFD-485B-80B1-0B3A6FCB0ECA}" srcId="{095FDDFC-AAAE-4951-93C7-8BAA796E1546}" destId="{805964C7-B744-4B92-9D31-DBEFF67A1182}" srcOrd="1" destOrd="0" parTransId="{7080BBB5-BCD0-4FDD-AB3D-B927FAF6C733}" sibTransId="{11F12565-9AE9-4A7B-B17B-29C2740862C7}"/>
    <dgm:cxn modelId="{914007C3-5808-48D6-B19C-7E30314DBCF6}" srcId="{957B2B05-5A70-4789-B92A-09962B5B3216}" destId="{98D51BCB-0B39-48A5-AE32-59EBBCE8AA57}" srcOrd="2" destOrd="0" parTransId="{6BA1171B-82AB-4DC5-AED0-5139819B7E7C}" sibTransId="{3F718BA2-10BD-4C7E-AE80-51683AF87B6D}"/>
    <dgm:cxn modelId="{3547BD2E-41EE-4BB1-8FB0-07C58160AAA5}" type="presParOf" srcId="{BB11EF1D-8FCB-471E-A927-4E47380B2B3B}" destId="{79E97C47-54AA-4DE0-B311-9A11EC04F056}" srcOrd="0" destOrd="0" presId="urn:microsoft.com/office/officeart/2005/8/layout/hList6"/>
    <dgm:cxn modelId="{8A687969-823F-47FB-A87D-6DBCEE2C5F3E}" type="presParOf" srcId="{BB11EF1D-8FCB-471E-A927-4E47380B2B3B}" destId="{6B4B4029-7749-4C7D-8E50-4721A810D892}" srcOrd="1" destOrd="0" presId="urn:microsoft.com/office/officeart/2005/8/layout/hList6"/>
    <dgm:cxn modelId="{412B46E6-753F-4EB2-B5CF-7674095AC5F7}" type="presParOf" srcId="{BB11EF1D-8FCB-471E-A927-4E47380B2B3B}" destId="{61C0E788-DA43-4C80-A756-F02F9FAC4ADB}" srcOrd="2" destOrd="0" presId="urn:microsoft.com/office/officeart/2005/8/layout/hList6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095FDDFC-AAAE-4951-93C7-8BAA796E1546}" type="doc">
      <dgm:prSet loTypeId="urn:microsoft.com/office/officeart/2005/8/layout/hList6" loCatId="list" qsTypeId="urn:microsoft.com/office/officeart/2005/8/quickstyle/3d2" qsCatId="3D" csTypeId="urn:microsoft.com/office/officeart/2005/8/colors/accent1_2" csCatId="accent1" phldr="1"/>
      <dgm:spPr/>
      <dgm:t>
        <a:bodyPr/>
        <a:lstStyle/>
        <a:p>
          <a:endParaRPr lang="es-PE"/>
        </a:p>
      </dgm:t>
    </dgm:pt>
    <dgm:pt modelId="{957B2B05-5A70-4789-B92A-09962B5B3216}">
      <dgm:prSet phldrT="[Texto]"/>
      <dgm:spPr/>
      <dgm:t>
        <a:bodyPr/>
        <a:lstStyle/>
        <a:p>
          <a:r>
            <a:rPr lang="es-PE" b="1" dirty="0"/>
            <a:t>Desarrollo de Requerimientos</a:t>
          </a:r>
        </a:p>
      </dgm:t>
    </dgm:pt>
    <dgm:pt modelId="{5630C02E-3678-438B-A002-CFFF8192FDCF}" type="parTrans" cxnId="{F3F76288-2BE2-43DA-BE33-824AA66D541B}">
      <dgm:prSet/>
      <dgm:spPr/>
      <dgm:t>
        <a:bodyPr/>
        <a:lstStyle/>
        <a:p>
          <a:endParaRPr lang="es-PE"/>
        </a:p>
      </dgm:t>
    </dgm:pt>
    <dgm:pt modelId="{CDB723B8-1B72-42A9-942B-4DDD0906D47A}" type="sibTrans" cxnId="{F3F76288-2BE2-43DA-BE33-824AA66D541B}">
      <dgm:prSet/>
      <dgm:spPr/>
      <dgm:t>
        <a:bodyPr/>
        <a:lstStyle/>
        <a:p>
          <a:endParaRPr lang="es-PE"/>
        </a:p>
      </dgm:t>
    </dgm:pt>
    <dgm:pt modelId="{C149617A-D845-41D7-8B85-930B34F107FE}">
      <dgm:prSet phldrT="[Texto]"/>
      <dgm:spPr/>
      <dgm:t>
        <a:bodyPr/>
        <a:lstStyle/>
        <a:p>
          <a:r>
            <a:rPr lang="es-PE" dirty="0"/>
            <a:t>Prototipos</a:t>
          </a:r>
        </a:p>
      </dgm:t>
    </dgm:pt>
    <dgm:pt modelId="{6A9A18C2-AF55-443A-9A55-89F04BA621F1}" type="parTrans" cxnId="{D2051859-628E-40F0-9E47-16AAB6C4B5A7}">
      <dgm:prSet/>
      <dgm:spPr/>
      <dgm:t>
        <a:bodyPr/>
        <a:lstStyle/>
        <a:p>
          <a:endParaRPr lang="es-PE"/>
        </a:p>
      </dgm:t>
    </dgm:pt>
    <dgm:pt modelId="{ACEC3276-2245-474B-B731-0B24CF1A6EA5}" type="sibTrans" cxnId="{D2051859-628E-40F0-9E47-16AAB6C4B5A7}">
      <dgm:prSet/>
      <dgm:spPr/>
      <dgm:t>
        <a:bodyPr/>
        <a:lstStyle/>
        <a:p>
          <a:endParaRPr lang="es-PE"/>
        </a:p>
      </dgm:t>
    </dgm:pt>
    <dgm:pt modelId="{805964C7-B744-4B92-9D31-DBEFF67A1182}">
      <dgm:prSet phldrT="[Texto]"/>
      <dgm:spPr/>
      <dgm:t>
        <a:bodyPr/>
        <a:lstStyle/>
        <a:p>
          <a:r>
            <a:rPr lang="es-PE" b="1" dirty="0"/>
            <a:t>Documentación</a:t>
          </a:r>
        </a:p>
      </dgm:t>
    </dgm:pt>
    <dgm:pt modelId="{7080BBB5-BCD0-4FDD-AB3D-B927FAF6C733}" type="parTrans" cxnId="{4D5F44B0-4AFD-485B-80B1-0B3A6FCB0ECA}">
      <dgm:prSet/>
      <dgm:spPr/>
      <dgm:t>
        <a:bodyPr/>
        <a:lstStyle/>
        <a:p>
          <a:endParaRPr lang="es-PE"/>
        </a:p>
      </dgm:t>
    </dgm:pt>
    <dgm:pt modelId="{11F12565-9AE9-4A7B-B17B-29C2740862C7}" type="sibTrans" cxnId="{4D5F44B0-4AFD-485B-80B1-0B3A6FCB0ECA}">
      <dgm:prSet/>
      <dgm:spPr/>
      <dgm:t>
        <a:bodyPr/>
        <a:lstStyle/>
        <a:p>
          <a:endParaRPr lang="es-PE"/>
        </a:p>
      </dgm:t>
    </dgm:pt>
    <dgm:pt modelId="{6D09A0A7-0968-4271-9626-03F04CA32959}">
      <dgm:prSet phldrT="[Texto]"/>
      <dgm:spPr/>
      <dgm:t>
        <a:bodyPr/>
        <a:lstStyle/>
        <a:p>
          <a:r>
            <a:rPr lang="es-PE" dirty="0"/>
            <a:t>Diseño </a:t>
          </a:r>
          <a:r>
            <a:rPr lang="es-PE" dirty="0" smtClean="0"/>
            <a:t>Técnico</a:t>
          </a:r>
          <a:endParaRPr lang="es-PE" dirty="0"/>
        </a:p>
      </dgm:t>
    </dgm:pt>
    <dgm:pt modelId="{B1DD2503-6D16-4D63-90B8-E66E2FC21D23}" type="parTrans" cxnId="{91D95968-F8FC-428C-9415-F56471FFB861}">
      <dgm:prSet/>
      <dgm:spPr/>
      <dgm:t>
        <a:bodyPr/>
        <a:lstStyle/>
        <a:p>
          <a:endParaRPr lang="es-PE"/>
        </a:p>
      </dgm:t>
    </dgm:pt>
    <dgm:pt modelId="{5F1619FE-5091-459D-B857-E7B82D1F220C}" type="sibTrans" cxnId="{91D95968-F8FC-428C-9415-F56471FFB861}">
      <dgm:prSet/>
      <dgm:spPr/>
      <dgm:t>
        <a:bodyPr/>
        <a:lstStyle/>
        <a:p>
          <a:endParaRPr lang="es-PE"/>
        </a:p>
      </dgm:t>
    </dgm:pt>
    <dgm:pt modelId="{99F7995D-9152-4366-BB13-548569B75F14}">
      <dgm:prSet phldrT="[Texto]"/>
      <dgm:spPr/>
      <dgm:t>
        <a:bodyPr/>
        <a:lstStyle/>
        <a:p>
          <a:r>
            <a:rPr lang="es-PE" b="1" dirty="0"/>
            <a:t>Revisión del Sprint</a:t>
          </a:r>
          <a:endParaRPr lang="es-PE" dirty="0">
            <a:solidFill>
              <a:srgbClr val="FF0000"/>
            </a:solidFill>
          </a:endParaRPr>
        </a:p>
      </dgm:t>
    </dgm:pt>
    <dgm:pt modelId="{261B145C-3B72-4CE7-8D44-3BB2D74AB2D0}" type="parTrans" cxnId="{49F479C5-C5ED-4232-BB0F-3E33A44A2D62}">
      <dgm:prSet/>
      <dgm:spPr/>
      <dgm:t>
        <a:bodyPr/>
        <a:lstStyle/>
        <a:p>
          <a:endParaRPr lang="es-PE"/>
        </a:p>
      </dgm:t>
    </dgm:pt>
    <dgm:pt modelId="{A0E060C9-8AFD-446F-9D45-EACF169353DF}" type="sibTrans" cxnId="{49F479C5-C5ED-4232-BB0F-3E33A44A2D62}">
      <dgm:prSet/>
      <dgm:spPr/>
      <dgm:t>
        <a:bodyPr/>
        <a:lstStyle/>
        <a:p>
          <a:endParaRPr lang="es-PE"/>
        </a:p>
      </dgm:t>
    </dgm:pt>
    <dgm:pt modelId="{E13247DA-C05D-4944-B574-125827CA2FFA}">
      <dgm:prSet phldrT="[Texto]"/>
      <dgm:spPr/>
      <dgm:t>
        <a:bodyPr/>
        <a:lstStyle/>
        <a:p>
          <a:r>
            <a:rPr lang="es-PE" dirty="0"/>
            <a:t>Conformidad del Usuario (criterios de aceptación)</a:t>
          </a:r>
        </a:p>
      </dgm:t>
    </dgm:pt>
    <dgm:pt modelId="{8BF6C69B-2566-428D-8C5C-1592D4353E11}" type="parTrans" cxnId="{5A6F3414-521D-4C31-96F7-99A3C461B28F}">
      <dgm:prSet/>
      <dgm:spPr/>
      <dgm:t>
        <a:bodyPr/>
        <a:lstStyle/>
        <a:p>
          <a:endParaRPr lang="es-PE"/>
        </a:p>
      </dgm:t>
    </dgm:pt>
    <dgm:pt modelId="{FD6B306A-D66D-4823-9EE0-FBB1497B5737}" type="sibTrans" cxnId="{5A6F3414-521D-4C31-96F7-99A3C461B28F}">
      <dgm:prSet/>
      <dgm:spPr/>
      <dgm:t>
        <a:bodyPr/>
        <a:lstStyle/>
        <a:p>
          <a:endParaRPr lang="es-PE"/>
        </a:p>
      </dgm:t>
    </dgm:pt>
    <dgm:pt modelId="{DFF9B6F3-E47D-473A-AFFE-47D6456C15E5}">
      <dgm:prSet phldrT="[Texto]"/>
      <dgm:spPr/>
      <dgm:t>
        <a:bodyPr/>
        <a:lstStyle/>
        <a:p>
          <a:r>
            <a:rPr lang="es-PE" b="1" baseline="0" dirty="0" smtClean="0">
              <a:solidFill>
                <a:schemeClr val="bg1"/>
              </a:solidFill>
            </a:rPr>
            <a:t>Correo de Conformidad</a:t>
          </a:r>
          <a:endParaRPr lang="es-PE" b="1" baseline="0" dirty="0">
            <a:solidFill>
              <a:schemeClr val="bg1"/>
            </a:solidFill>
          </a:endParaRPr>
        </a:p>
      </dgm:t>
    </dgm:pt>
    <dgm:pt modelId="{B2133E44-C691-4F28-BA99-05DE48ECB28B}" type="parTrans" cxnId="{D0E448FF-1F12-4C8C-A1CF-F6D988244AAA}">
      <dgm:prSet/>
      <dgm:spPr/>
      <dgm:t>
        <a:bodyPr/>
        <a:lstStyle/>
        <a:p>
          <a:endParaRPr lang="es-PE"/>
        </a:p>
      </dgm:t>
    </dgm:pt>
    <dgm:pt modelId="{270BCB30-0DDE-487F-87B8-8217E1E03FB8}" type="sibTrans" cxnId="{D0E448FF-1F12-4C8C-A1CF-F6D988244AAA}">
      <dgm:prSet/>
      <dgm:spPr/>
      <dgm:t>
        <a:bodyPr/>
        <a:lstStyle/>
        <a:p>
          <a:endParaRPr lang="es-PE"/>
        </a:p>
      </dgm:t>
    </dgm:pt>
    <dgm:pt modelId="{E0FF7D1C-5003-4676-A683-F9A08F2272E2}">
      <dgm:prSet phldrT="[Texto]"/>
      <dgm:spPr/>
      <dgm:t>
        <a:bodyPr/>
        <a:lstStyle/>
        <a:p>
          <a:r>
            <a:rPr lang="es-PE" dirty="0"/>
            <a:t>Pruebas</a:t>
          </a:r>
        </a:p>
      </dgm:t>
    </dgm:pt>
    <dgm:pt modelId="{6C4D80EA-B46B-42CF-8CC6-9B2E42E98E82}" type="parTrans" cxnId="{64CF9619-6F68-45A1-8337-ED813FCFF1DF}">
      <dgm:prSet/>
      <dgm:spPr/>
      <dgm:t>
        <a:bodyPr/>
        <a:lstStyle/>
        <a:p>
          <a:endParaRPr lang="es-PE"/>
        </a:p>
      </dgm:t>
    </dgm:pt>
    <dgm:pt modelId="{4AFA1275-065F-4399-B88E-7A43FD93A903}" type="sibTrans" cxnId="{64CF9619-6F68-45A1-8337-ED813FCFF1DF}">
      <dgm:prSet/>
      <dgm:spPr/>
      <dgm:t>
        <a:bodyPr/>
        <a:lstStyle/>
        <a:p>
          <a:endParaRPr lang="es-PE"/>
        </a:p>
      </dgm:t>
    </dgm:pt>
    <dgm:pt modelId="{7647024D-5142-405A-93BD-676B533658FF}">
      <dgm:prSet phldrT="[Texto]"/>
      <dgm:spPr/>
      <dgm:t>
        <a:bodyPr/>
        <a:lstStyle/>
        <a:p>
          <a:r>
            <a:rPr lang="es-PE" dirty="0"/>
            <a:t>Configuraciones</a:t>
          </a:r>
        </a:p>
      </dgm:t>
    </dgm:pt>
    <dgm:pt modelId="{1B58AF42-7AF0-4AE4-A56B-78F5B5D584D1}" type="parTrans" cxnId="{7B936917-AC6F-46F8-BC9F-A58D534767FB}">
      <dgm:prSet/>
      <dgm:spPr/>
      <dgm:t>
        <a:bodyPr/>
        <a:lstStyle/>
        <a:p>
          <a:endParaRPr lang="es-PE"/>
        </a:p>
      </dgm:t>
    </dgm:pt>
    <dgm:pt modelId="{319C70EC-8475-4012-8B4F-E9A84B725DB1}" type="sibTrans" cxnId="{7B936917-AC6F-46F8-BC9F-A58D534767FB}">
      <dgm:prSet/>
      <dgm:spPr/>
      <dgm:t>
        <a:bodyPr/>
        <a:lstStyle/>
        <a:p>
          <a:endParaRPr lang="es-PE"/>
        </a:p>
      </dgm:t>
    </dgm:pt>
    <dgm:pt modelId="{575EB204-C4B9-4624-A960-943B3684A83A}">
      <dgm:prSet phldrT="[Texto]"/>
      <dgm:spPr/>
      <dgm:t>
        <a:bodyPr/>
        <a:lstStyle/>
        <a:p>
          <a:r>
            <a:rPr lang="es-PE" dirty="0" smtClean="0"/>
            <a:t>Guía </a:t>
          </a:r>
          <a:r>
            <a:rPr lang="es-PE" dirty="0"/>
            <a:t>de </a:t>
          </a:r>
          <a:r>
            <a:rPr lang="es-PE" dirty="0" smtClean="0"/>
            <a:t>Despliegue</a:t>
          </a:r>
          <a:endParaRPr lang="es-PE" dirty="0"/>
        </a:p>
      </dgm:t>
    </dgm:pt>
    <dgm:pt modelId="{BB1B4D85-E282-4008-BC03-BB9A6288D71F}" type="parTrans" cxnId="{D7AC6E2E-B486-438C-B3DB-6E50EF95F048}">
      <dgm:prSet/>
      <dgm:spPr/>
      <dgm:t>
        <a:bodyPr/>
        <a:lstStyle/>
        <a:p>
          <a:endParaRPr lang="es-PE"/>
        </a:p>
      </dgm:t>
    </dgm:pt>
    <dgm:pt modelId="{8B631466-FC1E-4A35-9EAD-53418C80F853}" type="sibTrans" cxnId="{D7AC6E2E-B486-438C-B3DB-6E50EF95F048}">
      <dgm:prSet/>
      <dgm:spPr/>
      <dgm:t>
        <a:bodyPr/>
        <a:lstStyle/>
        <a:p>
          <a:endParaRPr lang="es-PE"/>
        </a:p>
      </dgm:t>
    </dgm:pt>
    <dgm:pt modelId="{E9F44FD9-570A-4E54-B242-FA58599F1566}">
      <dgm:prSet phldrT="[Texto]"/>
      <dgm:spPr/>
      <dgm:t>
        <a:bodyPr/>
        <a:lstStyle/>
        <a:p>
          <a:r>
            <a:rPr lang="es-PE" dirty="0" err="1" smtClean="0"/>
            <a:t>Check</a:t>
          </a:r>
          <a:r>
            <a:rPr lang="es-PE" dirty="0" smtClean="0"/>
            <a:t>-in</a:t>
          </a:r>
          <a:endParaRPr lang="es-PE" dirty="0"/>
        </a:p>
      </dgm:t>
    </dgm:pt>
    <dgm:pt modelId="{6E9E9D58-A248-4725-AF50-A8599D40AD08}" type="parTrans" cxnId="{13D5B6C8-802C-485C-9907-4384B1DF6B09}">
      <dgm:prSet/>
      <dgm:spPr/>
      <dgm:t>
        <a:bodyPr/>
        <a:lstStyle/>
        <a:p>
          <a:endParaRPr lang="es-PE"/>
        </a:p>
      </dgm:t>
    </dgm:pt>
    <dgm:pt modelId="{A722E0A4-6164-4F9C-9001-73264F4F3DC8}" type="sibTrans" cxnId="{13D5B6C8-802C-485C-9907-4384B1DF6B09}">
      <dgm:prSet/>
      <dgm:spPr/>
      <dgm:t>
        <a:bodyPr/>
        <a:lstStyle/>
        <a:p>
          <a:endParaRPr lang="es-PE"/>
        </a:p>
      </dgm:t>
    </dgm:pt>
    <dgm:pt modelId="{82B448A6-7A91-46C9-A473-686806A62602}">
      <dgm:prSet phldrT="[Texto]"/>
      <dgm:spPr/>
      <dgm:t>
        <a:bodyPr/>
        <a:lstStyle/>
        <a:p>
          <a:r>
            <a:rPr lang="es-PE" dirty="0"/>
            <a:t>Análisis de código, vulnerabilidad u otros</a:t>
          </a:r>
        </a:p>
      </dgm:t>
    </dgm:pt>
    <dgm:pt modelId="{4DACD981-036A-4AC7-880F-88816EA0B6FE}" type="parTrans" cxnId="{773DE74F-4FE1-462B-B7ED-4312E7BBF955}">
      <dgm:prSet/>
      <dgm:spPr/>
      <dgm:t>
        <a:bodyPr/>
        <a:lstStyle/>
        <a:p>
          <a:endParaRPr lang="es-PE"/>
        </a:p>
      </dgm:t>
    </dgm:pt>
    <dgm:pt modelId="{111613BF-A135-42C2-942E-6F01206E82B2}" type="sibTrans" cxnId="{773DE74F-4FE1-462B-B7ED-4312E7BBF955}">
      <dgm:prSet/>
      <dgm:spPr/>
      <dgm:t>
        <a:bodyPr/>
        <a:lstStyle/>
        <a:p>
          <a:endParaRPr lang="es-PE"/>
        </a:p>
      </dgm:t>
    </dgm:pt>
    <dgm:pt modelId="{23CD57C0-DC43-44CE-8756-3113DFC8B8F1}">
      <dgm:prSet phldrT="[Texto]"/>
      <dgm:spPr/>
      <dgm:t>
        <a:bodyPr/>
        <a:lstStyle/>
        <a:p>
          <a:r>
            <a:rPr lang="es-PE" dirty="0"/>
            <a:t>Guías de Usuario</a:t>
          </a:r>
        </a:p>
      </dgm:t>
    </dgm:pt>
    <dgm:pt modelId="{FC91B033-1C2A-438E-B42D-1922BF53E092}" type="parTrans" cxnId="{4A954CCD-B826-4F10-A412-0BE2FB0AFF3C}">
      <dgm:prSet/>
      <dgm:spPr/>
      <dgm:t>
        <a:bodyPr/>
        <a:lstStyle/>
        <a:p>
          <a:endParaRPr lang="es-PE"/>
        </a:p>
      </dgm:t>
    </dgm:pt>
    <dgm:pt modelId="{752D50CC-4896-47A4-80E8-3CCDF3099280}" type="sibTrans" cxnId="{4A954CCD-B826-4F10-A412-0BE2FB0AFF3C}">
      <dgm:prSet/>
      <dgm:spPr/>
      <dgm:t>
        <a:bodyPr/>
        <a:lstStyle/>
        <a:p>
          <a:endParaRPr lang="es-PE"/>
        </a:p>
      </dgm:t>
    </dgm:pt>
    <dgm:pt modelId="{7707CDAE-CE7D-43F8-99F1-50D489C71204}">
      <dgm:prSet phldrT="[Texto]"/>
      <dgm:spPr/>
      <dgm:t>
        <a:bodyPr/>
        <a:lstStyle/>
        <a:p>
          <a:r>
            <a:rPr lang="es-PE" baseline="0" dirty="0">
              <a:solidFill>
                <a:schemeClr val="bg1"/>
              </a:solidFill>
            </a:rPr>
            <a:t>OPA</a:t>
          </a:r>
        </a:p>
      </dgm:t>
    </dgm:pt>
    <dgm:pt modelId="{FB4896F4-164D-4D1B-96EE-8555C8512539}" type="parTrans" cxnId="{33B3FE44-D3CF-4153-945E-D63F6EFE3993}">
      <dgm:prSet/>
      <dgm:spPr/>
      <dgm:t>
        <a:bodyPr/>
        <a:lstStyle/>
        <a:p>
          <a:endParaRPr lang="es-PE"/>
        </a:p>
      </dgm:t>
    </dgm:pt>
    <dgm:pt modelId="{94B372FC-80DE-4969-8CAA-F4F4E2AFF1FC}" type="sibTrans" cxnId="{33B3FE44-D3CF-4153-945E-D63F6EFE3993}">
      <dgm:prSet/>
      <dgm:spPr/>
      <dgm:t>
        <a:bodyPr/>
        <a:lstStyle/>
        <a:p>
          <a:endParaRPr lang="es-PE"/>
        </a:p>
      </dgm:t>
    </dgm:pt>
    <dgm:pt modelId="{BD65AA5A-68C7-4A5B-8FAA-5F45B7B51E24}">
      <dgm:prSet phldrT="[Texto]"/>
      <dgm:spPr/>
      <dgm:t>
        <a:bodyPr/>
        <a:lstStyle/>
        <a:p>
          <a:r>
            <a:rPr lang="es-PE" dirty="0"/>
            <a:t>Construcción</a:t>
          </a:r>
        </a:p>
      </dgm:t>
    </dgm:pt>
    <dgm:pt modelId="{B0EE31FF-2543-4BEC-9AB5-AA487AD22F07}" type="parTrans" cxnId="{C64DBB1C-E6E6-465E-999D-0EEC65C7A141}">
      <dgm:prSet/>
      <dgm:spPr/>
      <dgm:t>
        <a:bodyPr/>
        <a:lstStyle/>
        <a:p>
          <a:endParaRPr lang="es-PE"/>
        </a:p>
      </dgm:t>
    </dgm:pt>
    <dgm:pt modelId="{71429FFD-5B4F-4F60-85C9-9D789C0784C3}" type="sibTrans" cxnId="{C64DBB1C-E6E6-465E-999D-0EEC65C7A141}">
      <dgm:prSet/>
      <dgm:spPr/>
      <dgm:t>
        <a:bodyPr/>
        <a:lstStyle/>
        <a:p>
          <a:endParaRPr lang="es-PE"/>
        </a:p>
      </dgm:t>
    </dgm:pt>
    <dgm:pt modelId="{142B765F-8D58-4943-912C-AA4529EC80C7}">
      <dgm:prSet phldrT="[Texto]"/>
      <dgm:spPr/>
      <dgm:t>
        <a:bodyPr/>
        <a:lstStyle/>
        <a:p>
          <a:r>
            <a:rPr lang="es-PE" dirty="0"/>
            <a:t>Análisis/Diseño</a:t>
          </a:r>
        </a:p>
      </dgm:t>
    </dgm:pt>
    <dgm:pt modelId="{018AB9DF-319C-4FA8-978B-2F61C39C5311}" type="parTrans" cxnId="{9742DD67-BF28-4943-BACC-B3047FE0C70C}">
      <dgm:prSet/>
      <dgm:spPr/>
      <dgm:t>
        <a:bodyPr/>
        <a:lstStyle/>
        <a:p>
          <a:endParaRPr lang="es-PE"/>
        </a:p>
      </dgm:t>
    </dgm:pt>
    <dgm:pt modelId="{B031AF70-347F-46B7-B4F6-E55BBC45A1DA}" type="sibTrans" cxnId="{9742DD67-BF28-4943-BACC-B3047FE0C70C}">
      <dgm:prSet/>
      <dgm:spPr/>
      <dgm:t>
        <a:bodyPr/>
        <a:lstStyle/>
        <a:p>
          <a:endParaRPr lang="es-PE"/>
        </a:p>
      </dgm:t>
    </dgm:pt>
    <dgm:pt modelId="{79841D12-C346-4576-A189-1318AE76CEEC}">
      <dgm:prSet phldrT="[Texto]"/>
      <dgm:spPr/>
      <dgm:t>
        <a:bodyPr/>
        <a:lstStyle/>
        <a:p>
          <a:r>
            <a:rPr lang="es-PE" dirty="0" smtClean="0"/>
            <a:t>Actualización Product Backlog</a:t>
          </a:r>
          <a:endParaRPr lang="es-PE" dirty="0"/>
        </a:p>
      </dgm:t>
    </dgm:pt>
    <dgm:pt modelId="{3FFF6266-3A53-4370-BC25-AB97DA0A65DA}" type="parTrans" cxnId="{6B2B1403-06DF-4689-A0A8-6FF1E96C0704}">
      <dgm:prSet/>
      <dgm:spPr/>
      <dgm:t>
        <a:bodyPr/>
        <a:lstStyle/>
        <a:p>
          <a:endParaRPr lang="es-PE"/>
        </a:p>
      </dgm:t>
    </dgm:pt>
    <dgm:pt modelId="{396782A6-18B9-4A24-B020-0646EAE327B8}" type="sibTrans" cxnId="{6B2B1403-06DF-4689-A0A8-6FF1E96C0704}">
      <dgm:prSet/>
      <dgm:spPr/>
      <dgm:t>
        <a:bodyPr/>
        <a:lstStyle/>
        <a:p>
          <a:endParaRPr lang="es-PE"/>
        </a:p>
      </dgm:t>
    </dgm:pt>
    <dgm:pt modelId="{C700059A-BF5B-4C11-B7BD-8E8C7E9DE6BF}">
      <dgm:prSet phldrT="[Texto]"/>
      <dgm:spPr/>
      <dgm:t>
        <a:bodyPr/>
        <a:lstStyle/>
        <a:p>
          <a:r>
            <a:rPr lang="es-PE" baseline="0" dirty="0" smtClean="0">
              <a:solidFill>
                <a:schemeClr val="bg1"/>
              </a:solidFill>
            </a:rPr>
            <a:t>Casos de Prueba</a:t>
          </a:r>
          <a:endParaRPr lang="es-PE" baseline="0" dirty="0">
            <a:solidFill>
              <a:schemeClr val="bg1"/>
            </a:solidFill>
          </a:endParaRPr>
        </a:p>
      </dgm:t>
    </dgm:pt>
    <dgm:pt modelId="{DCAAD8E0-F2DD-4A4D-8777-3D8323A2042C}" type="parTrans" cxnId="{051911F0-94FA-4F4C-B558-D8399AC46BBE}">
      <dgm:prSet/>
      <dgm:spPr/>
      <dgm:t>
        <a:bodyPr/>
        <a:lstStyle/>
        <a:p>
          <a:endParaRPr lang="es-PE"/>
        </a:p>
      </dgm:t>
    </dgm:pt>
    <dgm:pt modelId="{D9E938EF-FC72-4370-AC5E-DA77FC8A251A}" type="sibTrans" cxnId="{051911F0-94FA-4F4C-B558-D8399AC46BBE}">
      <dgm:prSet/>
      <dgm:spPr/>
      <dgm:t>
        <a:bodyPr/>
        <a:lstStyle/>
        <a:p>
          <a:endParaRPr lang="es-PE"/>
        </a:p>
      </dgm:t>
    </dgm:pt>
    <dgm:pt modelId="{BB11EF1D-8FCB-471E-A927-4E47380B2B3B}" type="pres">
      <dgm:prSet presAssocID="{095FDDFC-AAAE-4951-93C7-8BAA796E1546}" presName="Name0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es-PE"/>
        </a:p>
      </dgm:t>
    </dgm:pt>
    <dgm:pt modelId="{79E97C47-54AA-4DE0-B311-9A11EC04F056}" type="pres">
      <dgm:prSet presAssocID="{957B2B05-5A70-4789-B92A-09962B5B3216}" presName="node" presStyleLbl="node1" presStyleIdx="0" presStyleCnt="3">
        <dgm:presLayoutVars>
          <dgm:bulletEnabled val="1"/>
        </dgm:presLayoutVars>
      </dgm:prSet>
      <dgm:spPr/>
      <dgm:t>
        <a:bodyPr/>
        <a:lstStyle/>
        <a:p>
          <a:endParaRPr lang="es-PE"/>
        </a:p>
      </dgm:t>
    </dgm:pt>
    <dgm:pt modelId="{6B4B4029-7749-4C7D-8E50-4721A810D892}" type="pres">
      <dgm:prSet presAssocID="{CDB723B8-1B72-42A9-942B-4DDD0906D47A}" presName="sibTrans" presStyleCnt="0"/>
      <dgm:spPr/>
    </dgm:pt>
    <dgm:pt modelId="{61C0E788-DA43-4C80-A756-F02F9FAC4ADB}" type="pres">
      <dgm:prSet presAssocID="{805964C7-B744-4B92-9D31-DBEFF67A1182}" presName="node" presStyleLbl="node1" presStyleIdx="1" presStyleCnt="3">
        <dgm:presLayoutVars>
          <dgm:bulletEnabled val="1"/>
        </dgm:presLayoutVars>
      </dgm:prSet>
      <dgm:spPr/>
      <dgm:t>
        <a:bodyPr/>
        <a:lstStyle/>
        <a:p>
          <a:endParaRPr lang="es-PE"/>
        </a:p>
      </dgm:t>
    </dgm:pt>
    <dgm:pt modelId="{624F57C2-48AC-4CA5-9A5D-2F537055DF6D}" type="pres">
      <dgm:prSet presAssocID="{11F12565-9AE9-4A7B-B17B-29C2740862C7}" presName="sibTrans" presStyleCnt="0"/>
      <dgm:spPr/>
    </dgm:pt>
    <dgm:pt modelId="{F4C43562-8EFD-41D0-BA9A-1251E547288C}" type="pres">
      <dgm:prSet presAssocID="{99F7995D-9152-4366-BB13-548569B75F14}" presName="node" presStyleLbl="node1" presStyleIdx="2" presStyleCnt="3">
        <dgm:presLayoutVars>
          <dgm:bulletEnabled val="1"/>
        </dgm:presLayoutVars>
      </dgm:prSet>
      <dgm:spPr/>
      <dgm:t>
        <a:bodyPr/>
        <a:lstStyle/>
        <a:p>
          <a:endParaRPr lang="es-PE"/>
        </a:p>
      </dgm:t>
    </dgm:pt>
  </dgm:ptLst>
  <dgm:cxnLst>
    <dgm:cxn modelId="{49F479C5-C5ED-4232-BB0F-3E33A44A2D62}" srcId="{095FDDFC-AAAE-4951-93C7-8BAA796E1546}" destId="{99F7995D-9152-4366-BB13-548569B75F14}" srcOrd="2" destOrd="0" parTransId="{261B145C-3B72-4CE7-8D44-3BB2D74AB2D0}" sibTransId="{A0E060C9-8AFD-446F-9D45-EACF169353DF}"/>
    <dgm:cxn modelId="{33B3FE44-D3CF-4153-945E-D63F6EFE3993}" srcId="{805964C7-B744-4B92-9D31-DBEFF67A1182}" destId="{7707CDAE-CE7D-43F8-99F1-50D489C71204}" srcOrd="3" destOrd="0" parTransId="{FB4896F4-164D-4D1B-96EE-8555C8512539}" sibTransId="{94B372FC-80DE-4969-8CAA-F4F4E2AFF1FC}"/>
    <dgm:cxn modelId="{28EEAAF4-57DA-4B37-AFD3-C41C6DB11FCF}" type="presOf" srcId="{095FDDFC-AAAE-4951-93C7-8BAA796E1546}" destId="{BB11EF1D-8FCB-471E-A927-4E47380B2B3B}" srcOrd="0" destOrd="0" presId="urn:microsoft.com/office/officeart/2005/8/layout/hList6"/>
    <dgm:cxn modelId="{BE89401B-2B76-4058-A208-2F341A4A47E4}" type="presOf" srcId="{7707CDAE-CE7D-43F8-99F1-50D489C71204}" destId="{61C0E788-DA43-4C80-A756-F02F9FAC4ADB}" srcOrd="0" destOrd="4" presId="urn:microsoft.com/office/officeart/2005/8/layout/hList6"/>
    <dgm:cxn modelId="{D7AC6E2E-B486-438C-B3DB-6E50EF95F048}" srcId="{805964C7-B744-4B92-9D31-DBEFF67A1182}" destId="{575EB204-C4B9-4624-A960-943B3684A83A}" srcOrd="1" destOrd="0" parTransId="{BB1B4D85-E282-4008-BC03-BB9A6288D71F}" sibTransId="{8B631466-FC1E-4A35-9EAD-53418C80F853}"/>
    <dgm:cxn modelId="{F3F76288-2BE2-43DA-BE33-824AA66D541B}" srcId="{095FDDFC-AAAE-4951-93C7-8BAA796E1546}" destId="{957B2B05-5A70-4789-B92A-09962B5B3216}" srcOrd="0" destOrd="0" parTransId="{5630C02E-3678-438B-A002-CFFF8192FDCF}" sibTransId="{CDB723B8-1B72-42A9-942B-4DDD0906D47A}"/>
    <dgm:cxn modelId="{5E29EA46-21A4-4C97-BFAA-CC972B68F905}" type="presOf" srcId="{79841D12-C346-4576-A189-1318AE76CEEC}" destId="{F4C43562-8EFD-41D0-BA9A-1251E547288C}" srcOrd="0" destOrd="3" presId="urn:microsoft.com/office/officeart/2005/8/layout/hList6"/>
    <dgm:cxn modelId="{B8A0EFF9-575A-4246-8BD7-9B20D3E52702}" type="presOf" srcId="{7647024D-5142-405A-93BD-676B533658FF}" destId="{79E97C47-54AA-4DE0-B311-9A11EC04F056}" srcOrd="0" destOrd="5" presId="urn:microsoft.com/office/officeart/2005/8/layout/hList6"/>
    <dgm:cxn modelId="{6B2B1403-06DF-4689-A0A8-6FF1E96C0704}" srcId="{99F7995D-9152-4366-BB13-548569B75F14}" destId="{79841D12-C346-4576-A189-1318AE76CEEC}" srcOrd="2" destOrd="0" parTransId="{3FFF6266-3A53-4370-BC25-AB97DA0A65DA}" sibTransId="{396782A6-18B9-4A24-B020-0646EAE327B8}"/>
    <dgm:cxn modelId="{5F081697-110E-4926-B24E-FC3AD19540E2}" type="presOf" srcId="{99F7995D-9152-4366-BB13-548569B75F14}" destId="{F4C43562-8EFD-41D0-BA9A-1251E547288C}" srcOrd="0" destOrd="0" presId="urn:microsoft.com/office/officeart/2005/8/layout/hList6"/>
    <dgm:cxn modelId="{92E7FD9A-2CD3-4D2B-8C0E-C22C4AA7A19E}" type="presOf" srcId="{DFF9B6F3-E47D-473A-AFFE-47D6456C15E5}" destId="{F4C43562-8EFD-41D0-BA9A-1251E547288C}" srcOrd="0" destOrd="4" presId="urn:microsoft.com/office/officeart/2005/8/layout/hList6"/>
    <dgm:cxn modelId="{9742DD67-BF28-4943-BACC-B3047FE0C70C}" srcId="{957B2B05-5A70-4789-B92A-09962B5B3216}" destId="{142B765F-8D58-4943-912C-AA4529EC80C7}" srcOrd="0" destOrd="0" parTransId="{018AB9DF-319C-4FA8-978B-2F61C39C5311}" sibTransId="{B031AF70-347F-46B7-B4F6-E55BBC45A1DA}"/>
    <dgm:cxn modelId="{0973A1C2-2756-4A15-B381-53A31EA2CC0F}" type="presOf" srcId="{E13247DA-C05D-4944-B574-125827CA2FFA}" destId="{F4C43562-8EFD-41D0-BA9A-1251E547288C}" srcOrd="0" destOrd="1" presId="urn:microsoft.com/office/officeart/2005/8/layout/hList6"/>
    <dgm:cxn modelId="{A59A0670-38B0-40B4-8D3C-219534FA46F9}" type="presOf" srcId="{E9F44FD9-570A-4E54-B242-FA58599F1566}" destId="{F4C43562-8EFD-41D0-BA9A-1251E547288C}" srcOrd="0" destOrd="2" presId="urn:microsoft.com/office/officeart/2005/8/layout/hList6"/>
    <dgm:cxn modelId="{D2051859-628E-40F0-9E47-16AAB6C4B5A7}" srcId="{957B2B05-5A70-4789-B92A-09962B5B3216}" destId="{C149617A-D845-41D7-8B85-930B34F107FE}" srcOrd="1" destOrd="0" parTransId="{6A9A18C2-AF55-443A-9A55-89F04BA621F1}" sibTransId="{ACEC3276-2245-474B-B731-0B24CF1A6EA5}"/>
    <dgm:cxn modelId="{1E8CB44F-9070-45E2-A5DE-15033517BCD4}" type="presOf" srcId="{C149617A-D845-41D7-8B85-930B34F107FE}" destId="{79E97C47-54AA-4DE0-B311-9A11EC04F056}" srcOrd="0" destOrd="2" presId="urn:microsoft.com/office/officeart/2005/8/layout/hList6"/>
    <dgm:cxn modelId="{A021C742-5FF5-405D-82FE-10C5D7D0D35B}" type="presOf" srcId="{6D09A0A7-0968-4271-9626-03F04CA32959}" destId="{61C0E788-DA43-4C80-A756-F02F9FAC4ADB}" srcOrd="0" destOrd="1" presId="urn:microsoft.com/office/officeart/2005/8/layout/hList6"/>
    <dgm:cxn modelId="{13D5B6C8-802C-485C-9907-4384B1DF6B09}" srcId="{99F7995D-9152-4366-BB13-548569B75F14}" destId="{E9F44FD9-570A-4E54-B242-FA58599F1566}" srcOrd="1" destOrd="0" parTransId="{6E9E9D58-A248-4725-AF50-A8599D40AD08}" sibTransId="{A722E0A4-6164-4F9C-9001-73264F4F3DC8}"/>
    <dgm:cxn modelId="{4D5F44B0-4AFD-485B-80B1-0B3A6FCB0ECA}" srcId="{095FDDFC-AAAE-4951-93C7-8BAA796E1546}" destId="{805964C7-B744-4B92-9D31-DBEFF67A1182}" srcOrd="1" destOrd="0" parTransId="{7080BBB5-BCD0-4FDD-AB3D-B927FAF6C733}" sibTransId="{11F12565-9AE9-4A7B-B17B-29C2740862C7}"/>
    <dgm:cxn modelId="{8AD2CD83-C65C-4DC4-9DB4-AF6D03ED977E}" type="presOf" srcId="{142B765F-8D58-4943-912C-AA4529EC80C7}" destId="{79E97C47-54AA-4DE0-B311-9A11EC04F056}" srcOrd="0" destOrd="1" presId="urn:microsoft.com/office/officeart/2005/8/layout/hList6"/>
    <dgm:cxn modelId="{09CC0BD3-85D0-4197-AEA9-B825D1DEA59B}" type="presOf" srcId="{BD65AA5A-68C7-4A5B-8FAA-5F45B7B51E24}" destId="{79E97C47-54AA-4DE0-B311-9A11EC04F056}" srcOrd="0" destOrd="3" presId="urn:microsoft.com/office/officeart/2005/8/layout/hList6"/>
    <dgm:cxn modelId="{7B936917-AC6F-46F8-BC9F-A58D534767FB}" srcId="{957B2B05-5A70-4789-B92A-09962B5B3216}" destId="{7647024D-5142-405A-93BD-676B533658FF}" srcOrd="4" destOrd="0" parTransId="{1B58AF42-7AF0-4AE4-A56B-78F5B5D584D1}" sibTransId="{319C70EC-8475-4012-8B4F-E9A84B725DB1}"/>
    <dgm:cxn modelId="{64CF9619-6F68-45A1-8337-ED813FCFF1DF}" srcId="{957B2B05-5A70-4789-B92A-09962B5B3216}" destId="{E0FF7D1C-5003-4676-A683-F9A08F2272E2}" srcOrd="3" destOrd="0" parTransId="{6C4D80EA-B46B-42CF-8CC6-9B2E42E98E82}" sibTransId="{4AFA1275-065F-4399-B88E-7A43FD93A903}"/>
    <dgm:cxn modelId="{C64DBB1C-E6E6-465E-999D-0EEC65C7A141}" srcId="{957B2B05-5A70-4789-B92A-09962B5B3216}" destId="{BD65AA5A-68C7-4A5B-8FAA-5F45B7B51E24}" srcOrd="2" destOrd="0" parTransId="{B0EE31FF-2543-4BEC-9AB5-AA487AD22F07}" sibTransId="{71429FFD-5B4F-4F60-85C9-9D789C0784C3}"/>
    <dgm:cxn modelId="{4A954CCD-B826-4F10-A412-0BE2FB0AFF3C}" srcId="{805964C7-B744-4B92-9D31-DBEFF67A1182}" destId="{23CD57C0-DC43-44CE-8756-3113DFC8B8F1}" srcOrd="2" destOrd="0" parTransId="{FC91B033-1C2A-438E-B42D-1922BF53E092}" sibTransId="{752D50CC-4896-47A4-80E8-3CCDF3099280}"/>
    <dgm:cxn modelId="{D0E448FF-1F12-4C8C-A1CF-F6D988244AAA}" srcId="{99F7995D-9152-4366-BB13-548569B75F14}" destId="{DFF9B6F3-E47D-473A-AFFE-47D6456C15E5}" srcOrd="3" destOrd="0" parTransId="{B2133E44-C691-4F28-BA99-05DE48ECB28B}" sibTransId="{270BCB30-0DDE-487F-87B8-8217E1E03FB8}"/>
    <dgm:cxn modelId="{D18E5CEA-8AEB-4C17-A045-70983920DA20}" type="presOf" srcId="{575EB204-C4B9-4624-A960-943B3684A83A}" destId="{61C0E788-DA43-4C80-A756-F02F9FAC4ADB}" srcOrd="0" destOrd="2" presId="urn:microsoft.com/office/officeart/2005/8/layout/hList6"/>
    <dgm:cxn modelId="{5CFF2948-B8D2-433D-BA7C-478247BB0E48}" type="presOf" srcId="{805964C7-B744-4B92-9D31-DBEFF67A1182}" destId="{61C0E788-DA43-4C80-A756-F02F9FAC4ADB}" srcOrd="0" destOrd="0" presId="urn:microsoft.com/office/officeart/2005/8/layout/hList6"/>
    <dgm:cxn modelId="{773DE74F-4FE1-462B-B7ED-4312E7BBF955}" srcId="{957B2B05-5A70-4789-B92A-09962B5B3216}" destId="{82B448A6-7A91-46C9-A473-686806A62602}" srcOrd="5" destOrd="0" parTransId="{4DACD981-036A-4AC7-880F-88816EA0B6FE}" sibTransId="{111613BF-A135-42C2-942E-6F01206E82B2}"/>
    <dgm:cxn modelId="{F15D4E37-AFC6-4C36-8C61-C2B9E3C99956}" type="presOf" srcId="{23CD57C0-DC43-44CE-8756-3113DFC8B8F1}" destId="{61C0E788-DA43-4C80-A756-F02F9FAC4ADB}" srcOrd="0" destOrd="3" presId="urn:microsoft.com/office/officeart/2005/8/layout/hList6"/>
    <dgm:cxn modelId="{051911F0-94FA-4F4C-B558-D8399AC46BBE}" srcId="{805964C7-B744-4B92-9D31-DBEFF67A1182}" destId="{C700059A-BF5B-4C11-B7BD-8E8C7E9DE6BF}" srcOrd="4" destOrd="0" parTransId="{DCAAD8E0-F2DD-4A4D-8777-3D8323A2042C}" sibTransId="{D9E938EF-FC72-4370-AC5E-DA77FC8A251A}"/>
    <dgm:cxn modelId="{8997D027-0B95-4D7F-88FD-670DAEE67938}" type="presOf" srcId="{82B448A6-7A91-46C9-A473-686806A62602}" destId="{79E97C47-54AA-4DE0-B311-9A11EC04F056}" srcOrd="0" destOrd="6" presId="urn:microsoft.com/office/officeart/2005/8/layout/hList6"/>
    <dgm:cxn modelId="{ACB27DDF-E024-4DCF-AC46-1FBC32AA8847}" type="presOf" srcId="{C700059A-BF5B-4C11-B7BD-8E8C7E9DE6BF}" destId="{61C0E788-DA43-4C80-A756-F02F9FAC4ADB}" srcOrd="0" destOrd="5" presId="urn:microsoft.com/office/officeart/2005/8/layout/hList6"/>
    <dgm:cxn modelId="{CA7EF7D4-0CC6-46E5-AA47-5A3699E0FCED}" type="presOf" srcId="{957B2B05-5A70-4789-B92A-09962B5B3216}" destId="{79E97C47-54AA-4DE0-B311-9A11EC04F056}" srcOrd="0" destOrd="0" presId="urn:microsoft.com/office/officeart/2005/8/layout/hList6"/>
    <dgm:cxn modelId="{B4D07014-62C7-4856-988C-2D77E3012161}" type="presOf" srcId="{E0FF7D1C-5003-4676-A683-F9A08F2272E2}" destId="{79E97C47-54AA-4DE0-B311-9A11EC04F056}" srcOrd="0" destOrd="4" presId="urn:microsoft.com/office/officeart/2005/8/layout/hList6"/>
    <dgm:cxn modelId="{91D95968-F8FC-428C-9415-F56471FFB861}" srcId="{805964C7-B744-4B92-9D31-DBEFF67A1182}" destId="{6D09A0A7-0968-4271-9626-03F04CA32959}" srcOrd="0" destOrd="0" parTransId="{B1DD2503-6D16-4D63-90B8-E66E2FC21D23}" sibTransId="{5F1619FE-5091-459D-B857-E7B82D1F220C}"/>
    <dgm:cxn modelId="{5A6F3414-521D-4C31-96F7-99A3C461B28F}" srcId="{99F7995D-9152-4366-BB13-548569B75F14}" destId="{E13247DA-C05D-4944-B574-125827CA2FFA}" srcOrd="0" destOrd="0" parTransId="{8BF6C69B-2566-428D-8C5C-1592D4353E11}" sibTransId="{FD6B306A-D66D-4823-9EE0-FBB1497B5737}"/>
    <dgm:cxn modelId="{F693DE36-3E6C-4D0A-ACF7-BE4010B57F64}" type="presParOf" srcId="{BB11EF1D-8FCB-471E-A927-4E47380B2B3B}" destId="{79E97C47-54AA-4DE0-B311-9A11EC04F056}" srcOrd="0" destOrd="0" presId="urn:microsoft.com/office/officeart/2005/8/layout/hList6"/>
    <dgm:cxn modelId="{E8E6AC09-05CC-4DAD-8DC5-C7A1B190C155}" type="presParOf" srcId="{BB11EF1D-8FCB-471E-A927-4E47380B2B3B}" destId="{6B4B4029-7749-4C7D-8E50-4721A810D892}" srcOrd="1" destOrd="0" presId="urn:microsoft.com/office/officeart/2005/8/layout/hList6"/>
    <dgm:cxn modelId="{817E00BE-A006-44F6-BA41-49A196726E8F}" type="presParOf" srcId="{BB11EF1D-8FCB-471E-A927-4E47380B2B3B}" destId="{61C0E788-DA43-4C80-A756-F02F9FAC4ADB}" srcOrd="2" destOrd="0" presId="urn:microsoft.com/office/officeart/2005/8/layout/hList6"/>
    <dgm:cxn modelId="{3F947F40-7F9E-4EC9-9171-ED6FED814762}" type="presParOf" srcId="{BB11EF1D-8FCB-471E-A927-4E47380B2B3B}" destId="{624F57C2-48AC-4CA5-9A5D-2F537055DF6D}" srcOrd="3" destOrd="0" presId="urn:microsoft.com/office/officeart/2005/8/layout/hList6"/>
    <dgm:cxn modelId="{69D7957E-7304-4686-BB21-BA8EB3B2D330}" type="presParOf" srcId="{BB11EF1D-8FCB-471E-A927-4E47380B2B3B}" destId="{F4C43562-8EFD-41D0-BA9A-1251E547288C}" srcOrd="4" destOrd="0" presId="urn:microsoft.com/office/officeart/2005/8/layout/hList6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095FDDFC-AAAE-4951-93C7-8BAA796E1546}" type="doc">
      <dgm:prSet loTypeId="urn:microsoft.com/office/officeart/2005/8/layout/hList6" loCatId="list" qsTypeId="urn:microsoft.com/office/officeart/2005/8/quickstyle/3d2" qsCatId="3D" csTypeId="urn:microsoft.com/office/officeart/2005/8/colors/accent1_2" csCatId="accent1" phldr="1"/>
      <dgm:spPr/>
      <dgm:t>
        <a:bodyPr/>
        <a:lstStyle/>
        <a:p>
          <a:endParaRPr lang="es-PE"/>
        </a:p>
      </dgm:t>
    </dgm:pt>
    <dgm:pt modelId="{957B2B05-5A70-4789-B92A-09962B5B3216}">
      <dgm:prSet phldrT="[Texto]"/>
      <dgm:spPr/>
      <dgm:t>
        <a:bodyPr/>
        <a:lstStyle/>
        <a:p>
          <a:r>
            <a:rPr lang="es-PE" b="1" dirty="0"/>
            <a:t>Certificación del Release</a:t>
          </a:r>
        </a:p>
      </dgm:t>
    </dgm:pt>
    <dgm:pt modelId="{5630C02E-3678-438B-A002-CFFF8192FDCF}" type="parTrans" cxnId="{F3F76288-2BE2-43DA-BE33-824AA66D541B}">
      <dgm:prSet/>
      <dgm:spPr/>
      <dgm:t>
        <a:bodyPr/>
        <a:lstStyle/>
        <a:p>
          <a:endParaRPr lang="es-PE"/>
        </a:p>
      </dgm:t>
    </dgm:pt>
    <dgm:pt modelId="{CDB723B8-1B72-42A9-942B-4DDD0906D47A}" type="sibTrans" cxnId="{F3F76288-2BE2-43DA-BE33-824AA66D541B}">
      <dgm:prSet/>
      <dgm:spPr/>
      <dgm:t>
        <a:bodyPr/>
        <a:lstStyle/>
        <a:p>
          <a:endParaRPr lang="es-PE"/>
        </a:p>
      </dgm:t>
    </dgm:pt>
    <dgm:pt modelId="{C149617A-D845-41D7-8B85-930B34F107FE}">
      <dgm:prSet phldrT="[Texto]"/>
      <dgm:spPr/>
      <dgm:t>
        <a:bodyPr/>
        <a:lstStyle/>
        <a:p>
          <a:r>
            <a:rPr lang="es-PE" dirty="0"/>
            <a:t>Pruebas Integrales</a:t>
          </a:r>
        </a:p>
      </dgm:t>
    </dgm:pt>
    <dgm:pt modelId="{6A9A18C2-AF55-443A-9A55-89F04BA621F1}" type="parTrans" cxnId="{D2051859-628E-40F0-9E47-16AAB6C4B5A7}">
      <dgm:prSet/>
      <dgm:spPr/>
      <dgm:t>
        <a:bodyPr/>
        <a:lstStyle/>
        <a:p>
          <a:endParaRPr lang="es-PE"/>
        </a:p>
      </dgm:t>
    </dgm:pt>
    <dgm:pt modelId="{ACEC3276-2245-474B-B731-0B24CF1A6EA5}" type="sibTrans" cxnId="{D2051859-628E-40F0-9E47-16AAB6C4B5A7}">
      <dgm:prSet/>
      <dgm:spPr/>
      <dgm:t>
        <a:bodyPr/>
        <a:lstStyle/>
        <a:p>
          <a:endParaRPr lang="es-PE"/>
        </a:p>
      </dgm:t>
    </dgm:pt>
    <dgm:pt modelId="{805964C7-B744-4B92-9D31-DBEFF67A1182}">
      <dgm:prSet phldrT="[Texto]"/>
      <dgm:spPr/>
      <dgm:t>
        <a:bodyPr/>
        <a:lstStyle/>
        <a:p>
          <a:r>
            <a:rPr lang="es-PE" b="1" dirty="0"/>
            <a:t>Despliegue del Release</a:t>
          </a:r>
        </a:p>
      </dgm:t>
    </dgm:pt>
    <dgm:pt modelId="{7080BBB5-BCD0-4FDD-AB3D-B927FAF6C733}" type="parTrans" cxnId="{4D5F44B0-4AFD-485B-80B1-0B3A6FCB0ECA}">
      <dgm:prSet/>
      <dgm:spPr/>
      <dgm:t>
        <a:bodyPr/>
        <a:lstStyle/>
        <a:p>
          <a:endParaRPr lang="es-PE"/>
        </a:p>
      </dgm:t>
    </dgm:pt>
    <dgm:pt modelId="{11F12565-9AE9-4A7B-B17B-29C2740862C7}" type="sibTrans" cxnId="{4D5F44B0-4AFD-485B-80B1-0B3A6FCB0ECA}">
      <dgm:prSet/>
      <dgm:spPr/>
      <dgm:t>
        <a:bodyPr/>
        <a:lstStyle/>
        <a:p>
          <a:endParaRPr lang="es-PE"/>
        </a:p>
      </dgm:t>
    </dgm:pt>
    <dgm:pt modelId="{6D09A0A7-0968-4271-9626-03F04CA32959}">
      <dgm:prSet phldrT="[Texto]"/>
      <dgm:spPr/>
      <dgm:t>
        <a:bodyPr/>
        <a:lstStyle/>
        <a:p>
          <a:r>
            <a:rPr lang="es-PE" dirty="0"/>
            <a:t>Coordinación fecha y hora del Pase a Producción</a:t>
          </a:r>
        </a:p>
      </dgm:t>
    </dgm:pt>
    <dgm:pt modelId="{B1DD2503-6D16-4D63-90B8-E66E2FC21D23}" type="parTrans" cxnId="{91D95968-F8FC-428C-9415-F56471FFB861}">
      <dgm:prSet/>
      <dgm:spPr/>
      <dgm:t>
        <a:bodyPr/>
        <a:lstStyle/>
        <a:p>
          <a:endParaRPr lang="es-PE"/>
        </a:p>
      </dgm:t>
    </dgm:pt>
    <dgm:pt modelId="{5F1619FE-5091-459D-B857-E7B82D1F220C}" type="sibTrans" cxnId="{91D95968-F8FC-428C-9415-F56471FFB861}">
      <dgm:prSet/>
      <dgm:spPr/>
      <dgm:t>
        <a:bodyPr/>
        <a:lstStyle/>
        <a:p>
          <a:endParaRPr lang="es-PE"/>
        </a:p>
      </dgm:t>
    </dgm:pt>
    <dgm:pt modelId="{D6C164A8-065A-43AE-A817-19FF7F22B81B}">
      <dgm:prSet phldrT="[Texto]"/>
      <dgm:spPr/>
      <dgm:t>
        <a:bodyPr/>
        <a:lstStyle/>
        <a:p>
          <a:r>
            <a:rPr lang="es-PE" dirty="0"/>
            <a:t>Conformidad del pase</a:t>
          </a:r>
        </a:p>
      </dgm:t>
    </dgm:pt>
    <dgm:pt modelId="{D914E94C-B3F2-404E-A5A7-241F95267DDE}" type="parTrans" cxnId="{CC086ED4-C0D7-4F64-B3A1-AD1C16F45461}">
      <dgm:prSet/>
      <dgm:spPr/>
      <dgm:t>
        <a:bodyPr/>
        <a:lstStyle/>
        <a:p>
          <a:endParaRPr lang="es-PE"/>
        </a:p>
      </dgm:t>
    </dgm:pt>
    <dgm:pt modelId="{7E17A5B2-93DC-4F2E-AF5C-68D4638D1572}" type="sibTrans" cxnId="{CC086ED4-C0D7-4F64-B3A1-AD1C16F45461}">
      <dgm:prSet/>
      <dgm:spPr/>
      <dgm:t>
        <a:bodyPr/>
        <a:lstStyle/>
        <a:p>
          <a:endParaRPr lang="es-PE"/>
        </a:p>
      </dgm:t>
    </dgm:pt>
    <dgm:pt modelId="{BB11EF1D-8FCB-471E-A927-4E47380B2B3B}" type="pres">
      <dgm:prSet presAssocID="{095FDDFC-AAAE-4951-93C7-8BAA796E1546}" presName="Name0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es-PE"/>
        </a:p>
      </dgm:t>
    </dgm:pt>
    <dgm:pt modelId="{79E97C47-54AA-4DE0-B311-9A11EC04F056}" type="pres">
      <dgm:prSet presAssocID="{957B2B05-5A70-4789-B92A-09962B5B3216}" presName="node" presStyleLbl="node1" presStyleIdx="0" presStyleCnt="2">
        <dgm:presLayoutVars>
          <dgm:bulletEnabled val="1"/>
        </dgm:presLayoutVars>
      </dgm:prSet>
      <dgm:spPr/>
      <dgm:t>
        <a:bodyPr/>
        <a:lstStyle/>
        <a:p>
          <a:endParaRPr lang="es-PE"/>
        </a:p>
      </dgm:t>
    </dgm:pt>
    <dgm:pt modelId="{6B4B4029-7749-4C7D-8E50-4721A810D892}" type="pres">
      <dgm:prSet presAssocID="{CDB723B8-1B72-42A9-942B-4DDD0906D47A}" presName="sibTrans" presStyleCnt="0"/>
      <dgm:spPr/>
    </dgm:pt>
    <dgm:pt modelId="{61C0E788-DA43-4C80-A756-F02F9FAC4ADB}" type="pres">
      <dgm:prSet presAssocID="{805964C7-B744-4B92-9D31-DBEFF67A1182}" presName="node" presStyleLbl="node1" presStyleIdx="1" presStyleCnt="2">
        <dgm:presLayoutVars>
          <dgm:bulletEnabled val="1"/>
        </dgm:presLayoutVars>
      </dgm:prSet>
      <dgm:spPr/>
      <dgm:t>
        <a:bodyPr/>
        <a:lstStyle/>
        <a:p>
          <a:endParaRPr lang="es-PE"/>
        </a:p>
      </dgm:t>
    </dgm:pt>
  </dgm:ptLst>
  <dgm:cxnLst>
    <dgm:cxn modelId="{D2051859-628E-40F0-9E47-16AAB6C4B5A7}" srcId="{957B2B05-5A70-4789-B92A-09962B5B3216}" destId="{C149617A-D845-41D7-8B85-930B34F107FE}" srcOrd="0" destOrd="0" parTransId="{6A9A18C2-AF55-443A-9A55-89F04BA621F1}" sibTransId="{ACEC3276-2245-474B-B731-0B24CF1A6EA5}"/>
    <dgm:cxn modelId="{39717F29-A90C-4074-9550-650121EE09AC}" type="presOf" srcId="{D6C164A8-065A-43AE-A817-19FF7F22B81B}" destId="{61C0E788-DA43-4C80-A756-F02F9FAC4ADB}" srcOrd="0" destOrd="2" presId="urn:microsoft.com/office/officeart/2005/8/layout/hList6"/>
    <dgm:cxn modelId="{91D95968-F8FC-428C-9415-F56471FFB861}" srcId="{805964C7-B744-4B92-9D31-DBEFF67A1182}" destId="{6D09A0A7-0968-4271-9626-03F04CA32959}" srcOrd="0" destOrd="0" parTransId="{B1DD2503-6D16-4D63-90B8-E66E2FC21D23}" sibTransId="{5F1619FE-5091-459D-B857-E7B82D1F220C}"/>
    <dgm:cxn modelId="{F3F76288-2BE2-43DA-BE33-824AA66D541B}" srcId="{095FDDFC-AAAE-4951-93C7-8BAA796E1546}" destId="{957B2B05-5A70-4789-B92A-09962B5B3216}" srcOrd="0" destOrd="0" parTransId="{5630C02E-3678-438B-A002-CFFF8192FDCF}" sibTransId="{CDB723B8-1B72-42A9-942B-4DDD0906D47A}"/>
    <dgm:cxn modelId="{4D5F44B0-4AFD-485B-80B1-0B3A6FCB0ECA}" srcId="{095FDDFC-AAAE-4951-93C7-8BAA796E1546}" destId="{805964C7-B744-4B92-9D31-DBEFF67A1182}" srcOrd="1" destOrd="0" parTransId="{7080BBB5-BCD0-4FDD-AB3D-B927FAF6C733}" sibTransId="{11F12565-9AE9-4A7B-B17B-29C2740862C7}"/>
    <dgm:cxn modelId="{87C0C698-256B-40A4-9E34-DF17ED0368CF}" type="presOf" srcId="{805964C7-B744-4B92-9D31-DBEFF67A1182}" destId="{61C0E788-DA43-4C80-A756-F02F9FAC4ADB}" srcOrd="0" destOrd="0" presId="urn:microsoft.com/office/officeart/2005/8/layout/hList6"/>
    <dgm:cxn modelId="{31888E96-99C6-496A-9488-ADE1AB15C8A7}" type="presOf" srcId="{957B2B05-5A70-4789-B92A-09962B5B3216}" destId="{79E97C47-54AA-4DE0-B311-9A11EC04F056}" srcOrd="0" destOrd="0" presId="urn:microsoft.com/office/officeart/2005/8/layout/hList6"/>
    <dgm:cxn modelId="{6D6E3266-4297-4A69-8ED7-139AFB7FA4BB}" type="presOf" srcId="{C149617A-D845-41D7-8B85-930B34F107FE}" destId="{79E97C47-54AA-4DE0-B311-9A11EC04F056}" srcOrd="0" destOrd="1" presId="urn:microsoft.com/office/officeart/2005/8/layout/hList6"/>
    <dgm:cxn modelId="{10AC8ECD-BCD5-49CA-B9F7-352201B39D1A}" type="presOf" srcId="{095FDDFC-AAAE-4951-93C7-8BAA796E1546}" destId="{BB11EF1D-8FCB-471E-A927-4E47380B2B3B}" srcOrd="0" destOrd="0" presId="urn:microsoft.com/office/officeart/2005/8/layout/hList6"/>
    <dgm:cxn modelId="{CC086ED4-C0D7-4F64-B3A1-AD1C16F45461}" srcId="{805964C7-B744-4B92-9D31-DBEFF67A1182}" destId="{D6C164A8-065A-43AE-A817-19FF7F22B81B}" srcOrd="1" destOrd="0" parTransId="{D914E94C-B3F2-404E-A5A7-241F95267DDE}" sibTransId="{7E17A5B2-93DC-4F2E-AF5C-68D4638D1572}"/>
    <dgm:cxn modelId="{2B1D3669-A5C8-477D-9806-1496EB5D1608}" type="presOf" srcId="{6D09A0A7-0968-4271-9626-03F04CA32959}" destId="{61C0E788-DA43-4C80-A756-F02F9FAC4ADB}" srcOrd="0" destOrd="1" presId="urn:microsoft.com/office/officeart/2005/8/layout/hList6"/>
    <dgm:cxn modelId="{A737E19F-2D1F-464D-B0B4-C4F8ABB96951}" type="presParOf" srcId="{BB11EF1D-8FCB-471E-A927-4E47380B2B3B}" destId="{79E97C47-54AA-4DE0-B311-9A11EC04F056}" srcOrd="0" destOrd="0" presId="urn:microsoft.com/office/officeart/2005/8/layout/hList6"/>
    <dgm:cxn modelId="{0611719E-6113-40C7-B9F0-0EF102B03F68}" type="presParOf" srcId="{BB11EF1D-8FCB-471E-A927-4E47380B2B3B}" destId="{6B4B4029-7749-4C7D-8E50-4721A810D892}" srcOrd="1" destOrd="0" presId="urn:microsoft.com/office/officeart/2005/8/layout/hList6"/>
    <dgm:cxn modelId="{F7B5FFC5-7857-4E5E-946C-E57F5790DDC9}" type="presParOf" srcId="{BB11EF1D-8FCB-471E-A927-4E47380B2B3B}" destId="{61C0E788-DA43-4C80-A756-F02F9FAC4ADB}" srcOrd="2" destOrd="0" presId="urn:microsoft.com/office/officeart/2005/8/layout/hList6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4256D8A9-F639-41E2-8DB5-4871494B81D3}" type="doc">
      <dgm:prSet loTypeId="urn:microsoft.com/office/officeart/2005/8/layout/lProcess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s-PE"/>
        </a:p>
      </dgm:t>
    </dgm:pt>
    <dgm:pt modelId="{FDD49CFD-E3BD-49C1-8BF5-0C9889E17DD0}">
      <dgm:prSet phldrT="[Texto]"/>
      <dgm:spPr/>
      <dgm:t>
        <a:bodyPr/>
        <a:lstStyle/>
        <a:p>
          <a:r>
            <a:rPr lang="es-PE" dirty="0"/>
            <a:t>Inicio</a:t>
          </a:r>
        </a:p>
      </dgm:t>
    </dgm:pt>
    <dgm:pt modelId="{261A2D0D-B873-4941-8671-085CBF405DE5}" type="parTrans" cxnId="{D5F2CFAA-53E8-4127-BF28-ED1D91D40E3D}">
      <dgm:prSet/>
      <dgm:spPr/>
      <dgm:t>
        <a:bodyPr/>
        <a:lstStyle/>
        <a:p>
          <a:endParaRPr lang="es-PE"/>
        </a:p>
      </dgm:t>
    </dgm:pt>
    <dgm:pt modelId="{4F93BBC5-F082-4A8A-BFD0-17AB9F312A55}" type="sibTrans" cxnId="{D5F2CFAA-53E8-4127-BF28-ED1D91D40E3D}">
      <dgm:prSet/>
      <dgm:spPr/>
      <dgm:t>
        <a:bodyPr/>
        <a:lstStyle/>
        <a:p>
          <a:endParaRPr lang="es-PE"/>
        </a:p>
      </dgm:t>
    </dgm:pt>
    <dgm:pt modelId="{F2DD2A3E-65D4-446B-9DF6-4CB5615383AC}">
      <dgm:prSet phldrT="[Texto]"/>
      <dgm:spPr/>
      <dgm:t>
        <a:bodyPr/>
        <a:lstStyle/>
        <a:p>
          <a:r>
            <a:rPr lang="es-PE" dirty="0" smtClean="0"/>
            <a:t>FP / SSI</a:t>
          </a:r>
          <a:endParaRPr lang="es-PE" dirty="0"/>
        </a:p>
      </dgm:t>
    </dgm:pt>
    <dgm:pt modelId="{1DF279FD-207B-4791-AABF-61F02F5C0F33}" type="parTrans" cxnId="{491744D3-98C1-4747-BAEE-52D74B15520A}">
      <dgm:prSet/>
      <dgm:spPr/>
      <dgm:t>
        <a:bodyPr/>
        <a:lstStyle/>
        <a:p>
          <a:endParaRPr lang="es-PE"/>
        </a:p>
      </dgm:t>
    </dgm:pt>
    <dgm:pt modelId="{9C58EC22-D36A-4839-BEAE-0F6840DAA19D}" type="sibTrans" cxnId="{491744D3-98C1-4747-BAEE-52D74B15520A}">
      <dgm:prSet/>
      <dgm:spPr/>
      <dgm:t>
        <a:bodyPr/>
        <a:lstStyle/>
        <a:p>
          <a:endParaRPr lang="es-PE"/>
        </a:p>
      </dgm:t>
    </dgm:pt>
    <dgm:pt modelId="{AB374459-2E35-4D8D-89BB-49D2ED525A4F}">
      <dgm:prSet phldrT="[Texto]"/>
      <dgm:spPr>
        <a:solidFill>
          <a:schemeClr val="accent3">
            <a:lumMod val="75000"/>
          </a:schemeClr>
        </a:solidFill>
      </dgm:spPr>
      <dgm:t>
        <a:bodyPr/>
        <a:lstStyle/>
        <a:p>
          <a:r>
            <a:rPr lang="es-PE" dirty="0" smtClean="0"/>
            <a:t>Estimación Inicial</a:t>
          </a:r>
          <a:endParaRPr lang="es-PE" dirty="0"/>
        </a:p>
      </dgm:t>
    </dgm:pt>
    <dgm:pt modelId="{04D74110-E57E-41F0-A6D0-22E034D60525}" type="parTrans" cxnId="{A66C6B6F-1E00-4907-A9FA-69C8CD71D5D1}">
      <dgm:prSet/>
      <dgm:spPr/>
      <dgm:t>
        <a:bodyPr/>
        <a:lstStyle/>
        <a:p>
          <a:endParaRPr lang="es-PE"/>
        </a:p>
      </dgm:t>
    </dgm:pt>
    <dgm:pt modelId="{C96CE303-9E19-4B71-8EFE-F5FD4B59AED8}" type="sibTrans" cxnId="{A66C6B6F-1E00-4907-A9FA-69C8CD71D5D1}">
      <dgm:prSet/>
      <dgm:spPr/>
      <dgm:t>
        <a:bodyPr/>
        <a:lstStyle/>
        <a:p>
          <a:endParaRPr lang="es-PE"/>
        </a:p>
      </dgm:t>
    </dgm:pt>
    <dgm:pt modelId="{7FB56420-2757-41BE-9095-328AF81871B5}">
      <dgm:prSet phldrT="[Texto]"/>
      <dgm:spPr/>
      <dgm:t>
        <a:bodyPr/>
        <a:lstStyle/>
        <a:p>
          <a:r>
            <a:rPr lang="es-PE" dirty="0"/>
            <a:t>Planificación</a:t>
          </a:r>
        </a:p>
      </dgm:t>
    </dgm:pt>
    <dgm:pt modelId="{99AF2BA9-6AE3-4101-910B-A2E65BBE9075}" type="parTrans" cxnId="{51E661BC-DFBA-477A-9F86-BBE06AAA9C67}">
      <dgm:prSet/>
      <dgm:spPr/>
      <dgm:t>
        <a:bodyPr/>
        <a:lstStyle/>
        <a:p>
          <a:endParaRPr lang="es-PE"/>
        </a:p>
      </dgm:t>
    </dgm:pt>
    <dgm:pt modelId="{7D71DA5B-AE1C-45BD-94F9-203650781B1C}" type="sibTrans" cxnId="{51E661BC-DFBA-477A-9F86-BBE06AAA9C67}">
      <dgm:prSet/>
      <dgm:spPr/>
      <dgm:t>
        <a:bodyPr/>
        <a:lstStyle/>
        <a:p>
          <a:endParaRPr lang="es-PE"/>
        </a:p>
      </dgm:t>
    </dgm:pt>
    <dgm:pt modelId="{94C6B6EB-41AC-4674-A3E2-36B6710798D6}">
      <dgm:prSet phldrT="[Texto]"/>
      <dgm:spPr/>
      <dgm:t>
        <a:bodyPr/>
        <a:lstStyle/>
        <a:p>
          <a:r>
            <a:rPr lang="es-PE" dirty="0"/>
            <a:t>Implementación</a:t>
          </a:r>
        </a:p>
      </dgm:t>
    </dgm:pt>
    <dgm:pt modelId="{5DD6D2FA-4500-48F3-BABA-FE5FE9E69323}" type="parTrans" cxnId="{A57C3E11-E1EF-4C55-9935-61C9330487C7}">
      <dgm:prSet/>
      <dgm:spPr/>
      <dgm:t>
        <a:bodyPr/>
        <a:lstStyle/>
        <a:p>
          <a:endParaRPr lang="es-PE"/>
        </a:p>
      </dgm:t>
    </dgm:pt>
    <dgm:pt modelId="{D523D4F9-830D-4B6F-9D73-0D8074FFFD36}" type="sibTrans" cxnId="{A57C3E11-E1EF-4C55-9935-61C9330487C7}">
      <dgm:prSet/>
      <dgm:spPr/>
      <dgm:t>
        <a:bodyPr/>
        <a:lstStyle/>
        <a:p>
          <a:endParaRPr lang="es-PE"/>
        </a:p>
      </dgm:t>
    </dgm:pt>
    <dgm:pt modelId="{46281794-067F-49B7-92D5-668F5C50F304}">
      <dgm:prSet phldrT="[Texto]"/>
      <dgm:spPr>
        <a:solidFill>
          <a:schemeClr val="accent3">
            <a:lumMod val="75000"/>
          </a:schemeClr>
        </a:solidFill>
      </dgm:spPr>
      <dgm:t>
        <a:bodyPr/>
        <a:lstStyle/>
        <a:p>
          <a:r>
            <a:rPr lang="es-PE" dirty="0" smtClean="0"/>
            <a:t>Product Backlog</a:t>
          </a:r>
          <a:endParaRPr lang="es-PE" dirty="0"/>
        </a:p>
      </dgm:t>
    </dgm:pt>
    <dgm:pt modelId="{99858562-18B1-4C3A-A43A-4DA613D5CFED}" type="parTrans" cxnId="{6A4146DF-1CC3-4408-A87E-71B42DA05FBC}">
      <dgm:prSet/>
      <dgm:spPr/>
      <dgm:t>
        <a:bodyPr/>
        <a:lstStyle/>
        <a:p>
          <a:endParaRPr lang="es-PE"/>
        </a:p>
      </dgm:t>
    </dgm:pt>
    <dgm:pt modelId="{47780C53-EC15-4837-847D-911C2B66C6F7}" type="sibTrans" cxnId="{6A4146DF-1CC3-4408-A87E-71B42DA05FBC}">
      <dgm:prSet/>
      <dgm:spPr/>
      <dgm:t>
        <a:bodyPr/>
        <a:lstStyle/>
        <a:p>
          <a:endParaRPr lang="es-PE"/>
        </a:p>
      </dgm:t>
    </dgm:pt>
    <dgm:pt modelId="{147B2028-E2ED-49E0-AE91-B0132F3C2777}">
      <dgm:prSet phldrT="[Texto]"/>
      <dgm:spPr/>
      <dgm:t>
        <a:bodyPr/>
        <a:lstStyle/>
        <a:p>
          <a:r>
            <a:rPr lang="es-PE" dirty="0" smtClean="0"/>
            <a:t>Fuentes / Scripts / Ejecutables</a:t>
          </a:r>
          <a:endParaRPr lang="es-PE" dirty="0"/>
        </a:p>
      </dgm:t>
    </dgm:pt>
    <dgm:pt modelId="{DC6EB58C-C7BF-47A8-89F9-884E4CA9E57F}" type="parTrans" cxnId="{7B4AA301-7E9F-4E2D-A92C-7CD56EE5FCD9}">
      <dgm:prSet/>
      <dgm:spPr/>
      <dgm:t>
        <a:bodyPr/>
        <a:lstStyle/>
        <a:p>
          <a:endParaRPr lang="es-PE"/>
        </a:p>
      </dgm:t>
    </dgm:pt>
    <dgm:pt modelId="{8DEB6C09-2F02-4FA4-B54A-2F6ADE6CC86F}" type="sibTrans" cxnId="{7B4AA301-7E9F-4E2D-A92C-7CD56EE5FCD9}">
      <dgm:prSet/>
      <dgm:spPr/>
      <dgm:t>
        <a:bodyPr/>
        <a:lstStyle/>
        <a:p>
          <a:endParaRPr lang="es-PE"/>
        </a:p>
      </dgm:t>
    </dgm:pt>
    <dgm:pt modelId="{3D66954F-7F00-497B-8A94-B14B7A4EF93A}">
      <dgm:prSet phldrT="[Texto]"/>
      <dgm:spPr/>
      <dgm:t>
        <a:bodyPr/>
        <a:lstStyle/>
        <a:p>
          <a:r>
            <a:rPr lang="es-PE" dirty="0"/>
            <a:t>Lanzamiento</a:t>
          </a:r>
        </a:p>
      </dgm:t>
    </dgm:pt>
    <dgm:pt modelId="{CDE44FAB-0E2F-4194-9185-19A8114A18A3}" type="parTrans" cxnId="{EBF8DEAF-1177-49CD-9ACB-BCFBCB2C5DCE}">
      <dgm:prSet/>
      <dgm:spPr/>
      <dgm:t>
        <a:bodyPr/>
        <a:lstStyle/>
        <a:p>
          <a:endParaRPr lang="es-PE"/>
        </a:p>
      </dgm:t>
    </dgm:pt>
    <dgm:pt modelId="{A4C5C054-A3F8-44E3-B9FF-DEC5C520B746}" type="sibTrans" cxnId="{EBF8DEAF-1177-49CD-9ACB-BCFBCB2C5DCE}">
      <dgm:prSet/>
      <dgm:spPr/>
      <dgm:t>
        <a:bodyPr/>
        <a:lstStyle/>
        <a:p>
          <a:endParaRPr lang="es-PE"/>
        </a:p>
      </dgm:t>
    </dgm:pt>
    <dgm:pt modelId="{CD6E24C4-8884-46AF-A116-005C994EF3B4}">
      <dgm:prSet phldrT="[Texto]"/>
      <dgm:spPr/>
      <dgm:t>
        <a:bodyPr/>
        <a:lstStyle/>
        <a:p>
          <a:r>
            <a:rPr lang="es-PE" dirty="0" smtClean="0"/>
            <a:t>Acta de Inicio del Proyecto de TI</a:t>
          </a:r>
          <a:endParaRPr lang="es-PE" dirty="0"/>
        </a:p>
      </dgm:t>
    </dgm:pt>
    <dgm:pt modelId="{2286D6AA-722E-4A32-A632-4690707B9682}" type="parTrans" cxnId="{D3343A19-94D5-4F0B-BED4-CC9BA84FF569}">
      <dgm:prSet/>
      <dgm:spPr/>
      <dgm:t>
        <a:bodyPr/>
        <a:lstStyle/>
        <a:p>
          <a:endParaRPr lang="es-PE"/>
        </a:p>
      </dgm:t>
    </dgm:pt>
    <dgm:pt modelId="{456F451B-3082-4EE6-BF46-5F8D09D34477}" type="sibTrans" cxnId="{D3343A19-94D5-4F0B-BED4-CC9BA84FF569}">
      <dgm:prSet/>
      <dgm:spPr/>
      <dgm:t>
        <a:bodyPr/>
        <a:lstStyle/>
        <a:p>
          <a:endParaRPr lang="es-PE"/>
        </a:p>
      </dgm:t>
    </dgm:pt>
    <dgm:pt modelId="{8B6CE9EB-26A6-48EA-931F-D3A840B7795D}">
      <dgm:prSet phldrT="[Texto]"/>
      <dgm:spPr>
        <a:solidFill>
          <a:schemeClr val="accent3">
            <a:lumMod val="75000"/>
          </a:schemeClr>
        </a:solidFill>
      </dgm:spPr>
      <dgm:t>
        <a:bodyPr/>
        <a:lstStyle/>
        <a:p>
          <a:r>
            <a:rPr lang="es-PE" dirty="0" smtClean="0"/>
            <a:t>Product </a:t>
          </a:r>
          <a:r>
            <a:rPr lang="es-PE" dirty="0"/>
            <a:t>Backlog</a:t>
          </a:r>
        </a:p>
      </dgm:t>
    </dgm:pt>
    <dgm:pt modelId="{5E7CDB9C-5210-49DC-8EAE-A7DE916F1572}" type="parTrans" cxnId="{63D38056-ACF6-439D-8AA9-34E1F8D7D965}">
      <dgm:prSet/>
      <dgm:spPr/>
      <dgm:t>
        <a:bodyPr/>
        <a:lstStyle/>
        <a:p>
          <a:endParaRPr lang="es-PE"/>
        </a:p>
      </dgm:t>
    </dgm:pt>
    <dgm:pt modelId="{101DBC7C-F6E1-4DE9-9877-89AE63CA3106}" type="sibTrans" cxnId="{63D38056-ACF6-439D-8AA9-34E1F8D7D965}">
      <dgm:prSet/>
      <dgm:spPr/>
      <dgm:t>
        <a:bodyPr/>
        <a:lstStyle/>
        <a:p>
          <a:endParaRPr lang="es-PE"/>
        </a:p>
      </dgm:t>
    </dgm:pt>
    <dgm:pt modelId="{65E3B19F-CE6D-41E8-8BFE-37711DED7D9F}">
      <dgm:prSet phldrT="[Texto]"/>
      <dgm:spPr/>
      <dgm:t>
        <a:bodyPr/>
        <a:lstStyle/>
        <a:p>
          <a:r>
            <a:rPr lang="es-PE" dirty="0" smtClean="0"/>
            <a:t>Correo de Conformidad del Sprint</a:t>
          </a:r>
          <a:endParaRPr lang="es-PE" dirty="0"/>
        </a:p>
      </dgm:t>
    </dgm:pt>
    <dgm:pt modelId="{864C494E-DAED-4D35-8326-94917275F4DC}" type="parTrans" cxnId="{9AC1F13A-EB34-409A-B95F-A69A2C430A6E}">
      <dgm:prSet/>
      <dgm:spPr/>
      <dgm:t>
        <a:bodyPr/>
        <a:lstStyle/>
        <a:p>
          <a:endParaRPr lang="es-PE"/>
        </a:p>
      </dgm:t>
    </dgm:pt>
    <dgm:pt modelId="{12847DD7-A4C7-4274-9AAE-D075CCD4ABFA}" type="sibTrans" cxnId="{9AC1F13A-EB34-409A-B95F-A69A2C430A6E}">
      <dgm:prSet/>
      <dgm:spPr/>
      <dgm:t>
        <a:bodyPr/>
        <a:lstStyle/>
        <a:p>
          <a:endParaRPr lang="es-PE"/>
        </a:p>
      </dgm:t>
    </dgm:pt>
    <dgm:pt modelId="{121E5BDE-8004-48E6-9389-DEDD8E147990}">
      <dgm:prSet phldrT="[Texto]"/>
      <dgm:spPr/>
      <dgm:t>
        <a:bodyPr/>
        <a:lstStyle/>
        <a:p>
          <a:r>
            <a:rPr lang="es-PE" dirty="0" smtClean="0"/>
            <a:t>Correo de Conformidad del Pase a Producción</a:t>
          </a:r>
          <a:endParaRPr lang="es-PE" dirty="0"/>
        </a:p>
      </dgm:t>
    </dgm:pt>
    <dgm:pt modelId="{4610F58B-4296-438E-8A05-C2B1C8AA163B}" type="parTrans" cxnId="{99B211D8-2597-4F3A-98B2-A9886F9FC8A1}">
      <dgm:prSet/>
      <dgm:spPr/>
      <dgm:t>
        <a:bodyPr/>
        <a:lstStyle/>
        <a:p>
          <a:endParaRPr lang="es-PE"/>
        </a:p>
      </dgm:t>
    </dgm:pt>
    <dgm:pt modelId="{251B8987-0EFC-47D0-95B8-5F7258FBFB46}" type="sibTrans" cxnId="{99B211D8-2597-4F3A-98B2-A9886F9FC8A1}">
      <dgm:prSet/>
      <dgm:spPr/>
      <dgm:t>
        <a:bodyPr/>
        <a:lstStyle/>
        <a:p>
          <a:endParaRPr lang="es-PE"/>
        </a:p>
      </dgm:t>
    </dgm:pt>
    <dgm:pt modelId="{B030474F-4A71-406F-A005-9D3878BA2667}">
      <dgm:prSet phldrT="[Texto]"/>
      <dgm:spPr/>
      <dgm:t>
        <a:bodyPr/>
        <a:lstStyle/>
        <a:p>
          <a:r>
            <a:rPr lang="es-PE" dirty="0" smtClean="0"/>
            <a:t>Cronograma</a:t>
          </a:r>
          <a:endParaRPr lang="es-PE" dirty="0"/>
        </a:p>
      </dgm:t>
    </dgm:pt>
    <dgm:pt modelId="{5ABC1ECE-97D6-4452-9469-D80D32031F52}" type="parTrans" cxnId="{761CED73-7738-496B-930C-1D9DC44CFE02}">
      <dgm:prSet/>
      <dgm:spPr/>
      <dgm:t>
        <a:bodyPr/>
        <a:lstStyle/>
        <a:p>
          <a:endParaRPr lang="es-PE"/>
        </a:p>
      </dgm:t>
    </dgm:pt>
    <dgm:pt modelId="{1A29F42A-4B29-454A-9103-7A2E0AD9FBBE}" type="sibTrans" cxnId="{761CED73-7738-496B-930C-1D9DC44CFE02}">
      <dgm:prSet/>
      <dgm:spPr/>
      <dgm:t>
        <a:bodyPr/>
        <a:lstStyle/>
        <a:p>
          <a:endParaRPr lang="es-PE"/>
        </a:p>
      </dgm:t>
    </dgm:pt>
    <dgm:pt modelId="{4E33E94B-5257-4D4D-8107-537C1B37C2ED}">
      <dgm:prSet phldrT="[Texto]"/>
      <dgm:spPr/>
      <dgm:t>
        <a:bodyPr/>
        <a:lstStyle/>
        <a:p>
          <a:r>
            <a:rPr lang="es-PE" dirty="0" smtClean="0"/>
            <a:t>Diseño Técnico / Guía de Despliegue / Guías de Usuario</a:t>
          </a:r>
          <a:endParaRPr lang="es-PE" dirty="0"/>
        </a:p>
      </dgm:t>
    </dgm:pt>
    <dgm:pt modelId="{3D425EF4-823B-4683-B7B5-FF024A649756}" type="parTrans" cxnId="{150C0C07-AECC-4461-B05A-269F13D7F30C}">
      <dgm:prSet/>
      <dgm:spPr/>
      <dgm:t>
        <a:bodyPr/>
        <a:lstStyle/>
        <a:p>
          <a:endParaRPr lang="es-PE"/>
        </a:p>
      </dgm:t>
    </dgm:pt>
    <dgm:pt modelId="{1F46F137-E556-44D3-AEFB-4598EAC68298}" type="sibTrans" cxnId="{150C0C07-AECC-4461-B05A-269F13D7F30C}">
      <dgm:prSet/>
      <dgm:spPr/>
      <dgm:t>
        <a:bodyPr/>
        <a:lstStyle/>
        <a:p>
          <a:endParaRPr lang="es-PE"/>
        </a:p>
      </dgm:t>
    </dgm:pt>
    <dgm:pt modelId="{0CAA6374-14EC-4C9E-A0E8-4259137CE2DA}">
      <dgm:prSet phldrT="[Texto]"/>
      <dgm:spPr/>
      <dgm:t>
        <a:bodyPr/>
        <a:lstStyle/>
        <a:p>
          <a:r>
            <a:rPr lang="es-PE" dirty="0" smtClean="0"/>
            <a:t>Matriz de Casos de Prueba  / </a:t>
          </a:r>
          <a:r>
            <a:rPr lang="es-PE" baseline="0" dirty="0" smtClean="0">
              <a:solidFill>
                <a:srgbClr val="FF0000"/>
              </a:solidFill>
            </a:rPr>
            <a:t>OPA</a:t>
          </a:r>
          <a:endParaRPr lang="es-PE" baseline="0" dirty="0">
            <a:solidFill>
              <a:srgbClr val="FF0000"/>
            </a:solidFill>
          </a:endParaRPr>
        </a:p>
      </dgm:t>
    </dgm:pt>
    <dgm:pt modelId="{5A83B822-35CB-4611-94AE-7B10673AB0EF}" type="parTrans" cxnId="{685E52EC-3F22-4A72-B528-F8681AFC52A8}">
      <dgm:prSet/>
      <dgm:spPr/>
      <dgm:t>
        <a:bodyPr/>
        <a:lstStyle/>
        <a:p>
          <a:endParaRPr lang="es-PE"/>
        </a:p>
      </dgm:t>
    </dgm:pt>
    <dgm:pt modelId="{3F635B09-70FA-497B-ACF6-3F7CB20A5C61}" type="sibTrans" cxnId="{685E52EC-3F22-4A72-B528-F8681AFC52A8}">
      <dgm:prSet/>
      <dgm:spPr/>
      <dgm:t>
        <a:bodyPr/>
        <a:lstStyle/>
        <a:p>
          <a:endParaRPr lang="es-PE"/>
        </a:p>
      </dgm:t>
    </dgm:pt>
    <dgm:pt modelId="{00E6E004-51F7-4AD2-B5DC-D43CC098A095}" type="pres">
      <dgm:prSet presAssocID="{4256D8A9-F639-41E2-8DB5-4871494B81D3}" presName="theList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es-PE"/>
        </a:p>
      </dgm:t>
    </dgm:pt>
    <dgm:pt modelId="{2AF870B7-0DF7-4976-BC99-A3D5BEA8CC49}" type="pres">
      <dgm:prSet presAssocID="{FDD49CFD-E3BD-49C1-8BF5-0C9889E17DD0}" presName="compNode" presStyleCnt="0"/>
      <dgm:spPr/>
    </dgm:pt>
    <dgm:pt modelId="{0EEC09DC-7684-4CE2-98FC-15A7566E07D8}" type="pres">
      <dgm:prSet presAssocID="{FDD49CFD-E3BD-49C1-8BF5-0C9889E17DD0}" presName="aNode" presStyleLbl="bgShp" presStyleIdx="0" presStyleCnt="4" custLinFactNeighborY="-964"/>
      <dgm:spPr/>
      <dgm:t>
        <a:bodyPr/>
        <a:lstStyle/>
        <a:p>
          <a:endParaRPr lang="es-PE"/>
        </a:p>
      </dgm:t>
    </dgm:pt>
    <dgm:pt modelId="{74677E45-0B43-4482-8ED6-44ACAFB1BF40}" type="pres">
      <dgm:prSet presAssocID="{FDD49CFD-E3BD-49C1-8BF5-0C9889E17DD0}" presName="textNode" presStyleLbl="bgShp" presStyleIdx="0" presStyleCnt="4"/>
      <dgm:spPr/>
      <dgm:t>
        <a:bodyPr/>
        <a:lstStyle/>
        <a:p>
          <a:endParaRPr lang="es-PE"/>
        </a:p>
      </dgm:t>
    </dgm:pt>
    <dgm:pt modelId="{577B8D3A-B442-433F-88D0-6F71E4E639B7}" type="pres">
      <dgm:prSet presAssocID="{FDD49CFD-E3BD-49C1-8BF5-0C9889E17DD0}" presName="compChildNode" presStyleCnt="0"/>
      <dgm:spPr/>
    </dgm:pt>
    <dgm:pt modelId="{4BA16D0A-5A40-4E82-A469-58A3A8018FE9}" type="pres">
      <dgm:prSet presAssocID="{FDD49CFD-E3BD-49C1-8BF5-0C9889E17DD0}" presName="theInnerList" presStyleCnt="0"/>
      <dgm:spPr/>
    </dgm:pt>
    <dgm:pt modelId="{9CA0412A-73C5-4A79-91B7-802CCD78CCC9}" type="pres">
      <dgm:prSet presAssocID="{F2DD2A3E-65D4-446B-9DF6-4CB5615383AC}" presName="childNode" presStyleLbl="node1" presStyleIdx="0" presStyleCnt="11">
        <dgm:presLayoutVars>
          <dgm:bulletEnabled val="1"/>
        </dgm:presLayoutVars>
      </dgm:prSet>
      <dgm:spPr/>
      <dgm:t>
        <a:bodyPr/>
        <a:lstStyle/>
        <a:p>
          <a:endParaRPr lang="es-PE"/>
        </a:p>
      </dgm:t>
    </dgm:pt>
    <dgm:pt modelId="{4030032D-D348-4B0D-89A0-D903DE3A4461}" type="pres">
      <dgm:prSet presAssocID="{F2DD2A3E-65D4-446B-9DF6-4CB5615383AC}" presName="aSpace2" presStyleCnt="0"/>
      <dgm:spPr/>
    </dgm:pt>
    <dgm:pt modelId="{02E2CFE2-9877-4D27-BCD2-0B6DBBE9FCAE}" type="pres">
      <dgm:prSet presAssocID="{AB374459-2E35-4D8D-89BB-49D2ED525A4F}" presName="childNode" presStyleLbl="node1" presStyleIdx="1" presStyleCnt="11">
        <dgm:presLayoutVars>
          <dgm:bulletEnabled val="1"/>
        </dgm:presLayoutVars>
      </dgm:prSet>
      <dgm:spPr/>
      <dgm:t>
        <a:bodyPr/>
        <a:lstStyle/>
        <a:p>
          <a:endParaRPr lang="es-PE"/>
        </a:p>
      </dgm:t>
    </dgm:pt>
    <dgm:pt modelId="{2A6CCB80-269B-4C5A-9E87-1509BEB7DA66}" type="pres">
      <dgm:prSet presAssocID="{AB374459-2E35-4D8D-89BB-49D2ED525A4F}" presName="aSpace2" presStyleCnt="0"/>
      <dgm:spPr/>
    </dgm:pt>
    <dgm:pt modelId="{88863EAC-886C-4884-A41F-E838F2DD7A84}" type="pres">
      <dgm:prSet presAssocID="{CD6E24C4-8884-46AF-A116-005C994EF3B4}" presName="childNode" presStyleLbl="node1" presStyleIdx="2" presStyleCnt="11">
        <dgm:presLayoutVars>
          <dgm:bulletEnabled val="1"/>
        </dgm:presLayoutVars>
      </dgm:prSet>
      <dgm:spPr/>
      <dgm:t>
        <a:bodyPr/>
        <a:lstStyle/>
        <a:p>
          <a:endParaRPr lang="es-PE"/>
        </a:p>
      </dgm:t>
    </dgm:pt>
    <dgm:pt modelId="{60955A62-E984-4EFF-9E66-F98277A27CF4}" type="pres">
      <dgm:prSet presAssocID="{CD6E24C4-8884-46AF-A116-005C994EF3B4}" presName="aSpace2" presStyleCnt="0"/>
      <dgm:spPr/>
    </dgm:pt>
    <dgm:pt modelId="{56B60ABC-7204-4A2E-A1CA-AF7389E35381}" type="pres">
      <dgm:prSet presAssocID="{8B6CE9EB-26A6-48EA-931F-D3A840B7795D}" presName="childNode" presStyleLbl="node1" presStyleIdx="3" presStyleCnt="11">
        <dgm:presLayoutVars>
          <dgm:bulletEnabled val="1"/>
        </dgm:presLayoutVars>
      </dgm:prSet>
      <dgm:spPr/>
      <dgm:t>
        <a:bodyPr/>
        <a:lstStyle/>
        <a:p>
          <a:endParaRPr lang="es-PE"/>
        </a:p>
      </dgm:t>
    </dgm:pt>
    <dgm:pt modelId="{BB1F8EC1-DDE5-46A3-9E1F-786E8490FB8D}" type="pres">
      <dgm:prSet presAssocID="{FDD49CFD-E3BD-49C1-8BF5-0C9889E17DD0}" presName="aSpace" presStyleCnt="0"/>
      <dgm:spPr/>
    </dgm:pt>
    <dgm:pt modelId="{90A76F5C-D463-4048-B8FB-A63F94B6C574}" type="pres">
      <dgm:prSet presAssocID="{7FB56420-2757-41BE-9095-328AF81871B5}" presName="compNode" presStyleCnt="0"/>
      <dgm:spPr/>
    </dgm:pt>
    <dgm:pt modelId="{815809B6-3B7B-41A4-BDF4-51E9327CC053}" type="pres">
      <dgm:prSet presAssocID="{7FB56420-2757-41BE-9095-328AF81871B5}" presName="aNode" presStyleLbl="bgShp" presStyleIdx="1" presStyleCnt="4"/>
      <dgm:spPr/>
      <dgm:t>
        <a:bodyPr/>
        <a:lstStyle/>
        <a:p>
          <a:endParaRPr lang="es-PE"/>
        </a:p>
      </dgm:t>
    </dgm:pt>
    <dgm:pt modelId="{987C1061-44AE-4721-9D8C-C424653A2C4E}" type="pres">
      <dgm:prSet presAssocID="{7FB56420-2757-41BE-9095-328AF81871B5}" presName="textNode" presStyleLbl="bgShp" presStyleIdx="1" presStyleCnt="4"/>
      <dgm:spPr/>
      <dgm:t>
        <a:bodyPr/>
        <a:lstStyle/>
        <a:p>
          <a:endParaRPr lang="es-PE"/>
        </a:p>
      </dgm:t>
    </dgm:pt>
    <dgm:pt modelId="{A76E42A6-F243-48ED-9E88-75995A04D2C0}" type="pres">
      <dgm:prSet presAssocID="{7FB56420-2757-41BE-9095-328AF81871B5}" presName="compChildNode" presStyleCnt="0"/>
      <dgm:spPr/>
    </dgm:pt>
    <dgm:pt modelId="{0B14E0AF-593E-4530-A4AC-9E4549FE4794}" type="pres">
      <dgm:prSet presAssocID="{7FB56420-2757-41BE-9095-328AF81871B5}" presName="theInnerList" presStyleCnt="0"/>
      <dgm:spPr/>
    </dgm:pt>
    <dgm:pt modelId="{B95E6871-7C63-4CCA-86C5-583553A54070}" type="pres">
      <dgm:prSet presAssocID="{B030474F-4A71-406F-A005-9D3878BA2667}" presName="childNode" presStyleLbl="node1" presStyleIdx="4" presStyleCnt="11">
        <dgm:presLayoutVars>
          <dgm:bulletEnabled val="1"/>
        </dgm:presLayoutVars>
      </dgm:prSet>
      <dgm:spPr/>
      <dgm:t>
        <a:bodyPr/>
        <a:lstStyle/>
        <a:p>
          <a:endParaRPr lang="es-PE"/>
        </a:p>
      </dgm:t>
    </dgm:pt>
    <dgm:pt modelId="{6A3D47C8-603C-4A0A-A7D1-BCEA1A2E86AC}" type="pres">
      <dgm:prSet presAssocID="{7FB56420-2757-41BE-9095-328AF81871B5}" presName="aSpace" presStyleCnt="0"/>
      <dgm:spPr/>
    </dgm:pt>
    <dgm:pt modelId="{184F2DCC-D73B-4455-AF35-FBAFA8E5313F}" type="pres">
      <dgm:prSet presAssocID="{94C6B6EB-41AC-4674-A3E2-36B6710798D6}" presName="compNode" presStyleCnt="0"/>
      <dgm:spPr/>
    </dgm:pt>
    <dgm:pt modelId="{B120CB65-A0DA-4E7B-B2A8-D0FFF4F04B4E}" type="pres">
      <dgm:prSet presAssocID="{94C6B6EB-41AC-4674-A3E2-36B6710798D6}" presName="aNode" presStyleLbl="bgShp" presStyleIdx="2" presStyleCnt="4"/>
      <dgm:spPr/>
      <dgm:t>
        <a:bodyPr/>
        <a:lstStyle/>
        <a:p>
          <a:endParaRPr lang="es-PE"/>
        </a:p>
      </dgm:t>
    </dgm:pt>
    <dgm:pt modelId="{10CFD1D3-1D6B-4226-8C74-4CCDE1FA7A0B}" type="pres">
      <dgm:prSet presAssocID="{94C6B6EB-41AC-4674-A3E2-36B6710798D6}" presName="textNode" presStyleLbl="bgShp" presStyleIdx="2" presStyleCnt="4"/>
      <dgm:spPr/>
      <dgm:t>
        <a:bodyPr/>
        <a:lstStyle/>
        <a:p>
          <a:endParaRPr lang="es-PE"/>
        </a:p>
      </dgm:t>
    </dgm:pt>
    <dgm:pt modelId="{D902716C-F206-479D-94ED-237B6F090E08}" type="pres">
      <dgm:prSet presAssocID="{94C6B6EB-41AC-4674-A3E2-36B6710798D6}" presName="compChildNode" presStyleCnt="0"/>
      <dgm:spPr/>
    </dgm:pt>
    <dgm:pt modelId="{C07B6A9A-E60E-47A5-B7A6-19D700B60C3D}" type="pres">
      <dgm:prSet presAssocID="{94C6B6EB-41AC-4674-A3E2-36B6710798D6}" presName="theInnerList" presStyleCnt="0"/>
      <dgm:spPr/>
    </dgm:pt>
    <dgm:pt modelId="{B9C9D36A-4FC9-44DE-B89A-D0EF297A57D8}" type="pres">
      <dgm:prSet presAssocID="{46281794-067F-49B7-92D5-668F5C50F304}" presName="childNode" presStyleLbl="node1" presStyleIdx="5" presStyleCnt="11">
        <dgm:presLayoutVars>
          <dgm:bulletEnabled val="1"/>
        </dgm:presLayoutVars>
      </dgm:prSet>
      <dgm:spPr/>
      <dgm:t>
        <a:bodyPr/>
        <a:lstStyle/>
        <a:p>
          <a:endParaRPr lang="es-PE"/>
        </a:p>
      </dgm:t>
    </dgm:pt>
    <dgm:pt modelId="{3B110BF3-855B-4FD1-B6C3-2076862DD6C4}" type="pres">
      <dgm:prSet presAssocID="{46281794-067F-49B7-92D5-668F5C50F304}" presName="aSpace2" presStyleCnt="0"/>
      <dgm:spPr/>
    </dgm:pt>
    <dgm:pt modelId="{4C8F5FDD-082C-40F3-B8BB-40011AF9EDDF}" type="pres">
      <dgm:prSet presAssocID="{147B2028-E2ED-49E0-AE91-B0132F3C2777}" presName="childNode" presStyleLbl="node1" presStyleIdx="6" presStyleCnt="11">
        <dgm:presLayoutVars>
          <dgm:bulletEnabled val="1"/>
        </dgm:presLayoutVars>
      </dgm:prSet>
      <dgm:spPr/>
      <dgm:t>
        <a:bodyPr/>
        <a:lstStyle/>
        <a:p>
          <a:endParaRPr lang="es-PE"/>
        </a:p>
      </dgm:t>
    </dgm:pt>
    <dgm:pt modelId="{29A12B76-63DB-4C15-8848-A75BC3B7902A}" type="pres">
      <dgm:prSet presAssocID="{147B2028-E2ED-49E0-AE91-B0132F3C2777}" presName="aSpace2" presStyleCnt="0"/>
      <dgm:spPr/>
    </dgm:pt>
    <dgm:pt modelId="{99EE7701-D880-4B09-98AF-84C1D6BFC24D}" type="pres">
      <dgm:prSet presAssocID="{4E33E94B-5257-4D4D-8107-537C1B37C2ED}" presName="childNode" presStyleLbl="node1" presStyleIdx="7" presStyleCnt="11">
        <dgm:presLayoutVars>
          <dgm:bulletEnabled val="1"/>
        </dgm:presLayoutVars>
      </dgm:prSet>
      <dgm:spPr/>
      <dgm:t>
        <a:bodyPr/>
        <a:lstStyle/>
        <a:p>
          <a:endParaRPr lang="es-PE"/>
        </a:p>
      </dgm:t>
    </dgm:pt>
    <dgm:pt modelId="{4BD049C1-443E-4D54-8E24-69CABA573B09}" type="pres">
      <dgm:prSet presAssocID="{4E33E94B-5257-4D4D-8107-537C1B37C2ED}" presName="aSpace2" presStyleCnt="0"/>
      <dgm:spPr/>
    </dgm:pt>
    <dgm:pt modelId="{CC34FBBF-8FA2-4DAE-BB93-A0B7294D7BCC}" type="pres">
      <dgm:prSet presAssocID="{0CAA6374-14EC-4C9E-A0E8-4259137CE2DA}" presName="childNode" presStyleLbl="node1" presStyleIdx="8" presStyleCnt="11">
        <dgm:presLayoutVars>
          <dgm:bulletEnabled val="1"/>
        </dgm:presLayoutVars>
      </dgm:prSet>
      <dgm:spPr/>
      <dgm:t>
        <a:bodyPr/>
        <a:lstStyle/>
        <a:p>
          <a:endParaRPr lang="es-PE"/>
        </a:p>
      </dgm:t>
    </dgm:pt>
    <dgm:pt modelId="{BBD30FCF-ACDB-4A32-85BC-B0F6504E2560}" type="pres">
      <dgm:prSet presAssocID="{0CAA6374-14EC-4C9E-A0E8-4259137CE2DA}" presName="aSpace2" presStyleCnt="0"/>
      <dgm:spPr/>
    </dgm:pt>
    <dgm:pt modelId="{1F54139F-0CD4-49B1-96EB-12614C17E2BB}" type="pres">
      <dgm:prSet presAssocID="{65E3B19F-CE6D-41E8-8BFE-37711DED7D9F}" presName="childNode" presStyleLbl="node1" presStyleIdx="9" presStyleCnt="11">
        <dgm:presLayoutVars>
          <dgm:bulletEnabled val="1"/>
        </dgm:presLayoutVars>
      </dgm:prSet>
      <dgm:spPr/>
      <dgm:t>
        <a:bodyPr/>
        <a:lstStyle/>
        <a:p>
          <a:endParaRPr lang="es-PE"/>
        </a:p>
      </dgm:t>
    </dgm:pt>
    <dgm:pt modelId="{15C748B0-4B43-4418-AB14-14B56E70DB03}" type="pres">
      <dgm:prSet presAssocID="{94C6B6EB-41AC-4674-A3E2-36B6710798D6}" presName="aSpace" presStyleCnt="0"/>
      <dgm:spPr/>
    </dgm:pt>
    <dgm:pt modelId="{A776A014-4FDF-4EBF-B779-6F34DDC4F069}" type="pres">
      <dgm:prSet presAssocID="{3D66954F-7F00-497B-8A94-B14B7A4EF93A}" presName="compNode" presStyleCnt="0"/>
      <dgm:spPr/>
    </dgm:pt>
    <dgm:pt modelId="{B9C78166-7623-4FC3-84ED-AFE04235FE8A}" type="pres">
      <dgm:prSet presAssocID="{3D66954F-7F00-497B-8A94-B14B7A4EF93A}" presName="aNode" presStyleLbl="bgShp" presStyleIdx="3" presStyleCnt="4"/>
      <dgm:spPr/>
      <dgm:t>
        <a:bodyPr/>
        <a:lstStyle/>
        <a:p>
          <a:endParaRPr lang="es-PE"/>
        </a:p>
      </dgm:t>
    </dgm:pt>
    <dgm:pt modelId="{CA680645-0FF6-4DF6-A4CF-CC18FF3E0ED5}" type="pres">
      <dgm:prSet presAssocID="{3D66954F-7F00-497B-8A94-B14B7A4EF93A}" presName="textNode" presStyleLbl="bgShp" presStyleIdx="3" presStyleCnt="4"/>
      <dgm:spPr/>
      <dgm:t>
        <a:bodyPr/>
        <a:lstStyle/>
        <a:p>
          <a:endParaRPr lang="es-PE"/>
        </a:p>
      </dgm:t>
    </dgm:pt>
    <dgm:pt modelId="{55B4C9D0-6DAD-496E-A62D-CC1D0FFDDBD4}" type="pres">
      <dgm:prSet presAssocID="{3D66954F-7F00-497B-8A94-B14B7A4EF93A}" presName="compChildNode" presStyleCnt="0"/>
      <dgm:spPr/>
    </dgm:pt>
    <dgm:pt modelId="{81318631-661E-4DDD-8007-33D39E04CE91}" type="pres">
      <dgm:prSet presAssocID="{3D66954F-7F00-497B-8A94-B14B7A4EF93A}" presName="theInnerList" presStyleCnt="0"/>
      <dgm:spPr/>
    </dgm:pt>
    <dgm:pt modelId="{9843B8B0-FD49-4371-B875-009B0655FD93}" type="pres">
      <dgm:prSet presAssocID="{121E5BDE-8004-48E6-9389-DEDD8E147990}" presName="childNode" presStyleLbl="node1" presStyleIdx="10" presStyleCnt="11">
        <dgm:presLayoutVars>
          <dgm:bulletEnabled val="1"/>
        </dgm:presLayoutVars>
      </dgm:prSet>
      <dgm:spPr/>
      <dgm:t>
        <a:bodyPr/>
        <a:lstStyle/>
        <a:p>
          <a:endParaRPr lang="es-PE"/>
        </a:p>
      </dgm:t>
    </dgm:pt>
  </dgm:ptLst>
  <dgm:cxnLst>
    <dgm:cxn modelId="{D3343A19-94D5-4F0B-BED4-CC9BA84FF569}" srcId="{FDD49CFD-E3BD-49C1-8BF5-0C9889E17DD0}" destId="{CD6E24C4-8884-46AF-A116-005C994EF3B4}" srcOrd="2" destOrd="0" parTransId="{2286D6AA-722E-4A32-A632-4690707B9682}" sibTransId="{456F451B-3082-4EE6-BF46-5F8D09D34477}"/>
    <dgm:cxn modelId="{D5F2CFAA-53E8-4127-BF28-ED1D91D40E3D}" srcId="{4256D8A9-F639-41E2-8DB5-4871494B81D3}" destId="{FDD49CFD-E3BD-49C1-8BF5-0C9889E17DD0}" srcOrd="0" destOrd="0" parTransId="{261A2D0D-B873-4941-8671-085CBF405DE5}" sibTransId="{4F93BBC5-F082-4A8A-BFD0-17AB9F312A55}"/>
    <dgm:cxn modelId="{99B211D8-2597-4F3A-98B2-A9886F9FC8A1}" srcId="{3D66954F-7F00-497B-8A94-B14B7A4EF93A}" destId="{121E5BDE-8004-48E6-9389-DEDD8E147990}" srcOrd="0" destOrd="0" parTransId="{4610F58B-4296-438E-8A05-C2B1C8AA163B}" sibTransId="{251B8987-0EFC-47D0-95B8-5F7258FBFB46}"/>
    <dgm:cxn modelId="{3886CB22-C780-41B0-AAA5-11F50B393654}" type="presOf" srcId="{F2DD2A3E-65D4-446B-9DF6-4CB5615383AC}" destId="{9CA0412A-73C5-4A79-91B7-802CCD78CCC9}" srcOrd="0" destOrd="0" presId="urn:microsoft.com/office/officeart/2005/8/layout/lProcess2"/>
    <dgm:cxn modelId="{EBA0A930-ABC2-41B2-B274-704565CF8DD9}" type="presOf" srcId="{8B6CE9EB-26A6-48EA-931F-D3A840B7795D}" destId="{56B60ABC-7204-4A2E-A1CA-AF7389E35381}" srcOrd="0" destOrd="0" presId="urn:microsoft.com/office/officeart/2005/8/layout/lProcess2"/>
    <dgm:cxn modelId="{F51F69E9-CE40-43EF-ABC6-051BAE3D1D28}" type="presOf" srcId="{94C6B6EB-41AC-4674-A3E2-36B6710798D6}" destId="{10CFD1D3-1D6B-4226-8C74-4CCDE1FA7A0B}" srcOrd="1" destOrd="0" presId="urn:microsoft.com/office/officeart/2005/8/layout/lProcess2"/>
    <dgm:cxn modelId="{761CED73-7738-496B-930C-1D9DC44CFE02}" srcId="{7FB56420-2757-41BE-9095-328AF81871B5}" destId="{B030474F-4A71-406F-A005-9D3878BA2667}" srcOrd="0" destOrd="0" parTransId="{5ABC1ECE-97D6-4452-9469-D80D32031F52}" sibTransId="{1A29F42A-4B29-454A-9103-7A2E0AD9FBBE}"/>
    <dgm:cxn modelId="{150C0C07-AECC-4461-B05A-269F13D7F30C}" srcId="{94C6B6EB-41AC-4674-A3E2-36B6710798D6}" destId="{4E33E94B-5257-4D4D-8107-537C1B37C2ED}" srcOrd="2" destOrd="0" parTransId="{3D425EF4-823B-4683-B7B5-FF024A649756}" sibTransId="{1F46F137-E556-44D3-AEFB-4598EAC68298}"/>
    <dgm:cxn modelId="{9AC1F13A-EB34-409A-B95F-A69A2C430A6E}" srcId="{94C6B6EB-41AC-4674-A3E2-36B6710798D6}" destId="{65E3B19F-CE6D-41E8-8BFE-37711DED7D9F}" srcOrd="4" destOrd="0" parTransId="{864C494E-DAED-4D35-8326-94917275F4DC}" sibTransId="{12847DD7-A4C7-4274-9AAE-D075CCD4ABFA}"/>
    <dgm:cxn modelId="{53BAE2DC-1D72-4896-9218-98079105A044}" type="presOf" srcId="{4256D8A9-F639-41E2-8DB5-4871494B81D3}" destId="{00E6E004-51F7-4AD2-B5DC-D43CC098A095}" srcOrd="0" destOrd="0" presId="urn:microsoft.com/office/officeart/2005/8/layout/lProcess2"/>
    <dgm:cxn modelId="{63D38056-ACF6-439D-8AA9-34E1F8D7D965}" srcId="{FDD49CFD-E3BD-49C1-8BF5-0C9889E17DD0}" destId="{8B6CE9EB-26A6-48EA-931F-D3A840B7795D}" srcOrd="3" destOrd="0" parTransId="{5E7CDB9C-5210-49DC-8EAE-A7DE916F1572}" sibTransId="{101DBC7C-F6E1-4DE9-9877-89AE63CA3106}"/>
    <dgm:cxn modelId="{409A3168-98C4-485D-9633-231E98670699}" type="presOf" srcId="{3D66954F-7F00-497B-8A94-B14B7A4EF93A}" destId="{B9C78166-7623-4FC3-84ED-AFE04235FE8A}" srcOrd="0" destOrd="0" presId="urn:microsoft.com/office/officeart/2005/8/layout/lProcess2"/>
    <dgm:cxn modelId="{2D11BA49-9C5C-4A61-A2B0-16290D3EDDA8}" type="presOf" srcId="{FDD49CFD-E3BD-49C1-8BF5-0C9889E17DD0}" destId="{74677E45-0B43-4482-8ED6-44ACAFB1BF40}" srcOrd="1" destOrd="0" presId="urn:microsoft.com/office/officeart/2005/8/layout/lProcess2"/>
    <dgm:cxn modelId="{39477680-F8E7-429C-9081-C1518B931533}" type="presOf" srcId="{FDD49CFD-E3BD-49C1-8BF5-0C9889E17DD0}" destId="{0EEC09DC-7684-4CE2-98FC-15A7566E07D8}" srcOrd="0" destOrd="0" presId="urn:microsoft.com/office/officeart/2005/8/layout/lProcess2"/>
    <dgm:cxn modelId="{05854339-0464-4202-810D-2727313EC5C1}" type="presOf" srcId="{AB374459-2E35-4D8D-89BB-49D2ED525A4F}" destId="{02E2CFE2-9877-4D27-BCD2-0B6DBBE9FCAE}" srcOrd="0" destOrd="0" presId="urn:microsoft.com/office/officeart/2005/8/layout/lProcess2"/>
    <dgm:cxn modelId="{7B4AA301-7E9F-4E2D-A92C-7CD56EE5FCD9}" srcId="{94C6B6EB-41AC-4674-A3E2-36B6710798D6}" destId="{147B2028-E2ED-49E0-AE91-B0132F3C2777}" srcOrd="1" destOrd="0" parTransId="{DC6EB58C-C7BF-47A8-89F9-884E4CA9E57F}" sibTransId="{8DEB6C09-2F02-4FA4-B54A-2F6ADE6CC86F}"/>
    <dgm:cxn modelId="{A409E484-4E1A-4436-99F5-398F4BFC3116}" type="presOf" srcId="{0CAA6374-14EC-4C9E-A0E8-4259137CE2DA}" destId="{CC34FBBF-8FA2-4DAE-BB93-A0B7294D7BCC}" srcOrd="0" destOrd="0" presId="urn:microsoft.com/office/officeart/2005/8/layout/lProcess2"/>
    <dgm:cxn modelId="{94DF3C53-E94D-4EF1-B974-5F0010B2068C}" type="presOf" srcId="{147B2028-E2ED-49E0-AE91-B0132F3C2777}" destId="{4C8F5FDD-082C-40F3-B8BB-40011AF9EDDF}" srcOrd="0" destOrd="0" presId="urn:microsoft.com/office/officeart/2005/8/layout/lProcess2"/>
    <dgm:cxn modelId="{629EED9C-146E-4799-81A4-FA3C3E3194AC}" type="presOf" srcId="{B030474F-4A71-406F-A005-9D3878BA2667}" destId="{B95E6871-7C63-4CCA-86C5-583553A54070}" srcOrd="0" destOrd="0" presId="urn:microsoft.com/office/officeart/2005/8/layout/lProcess2"/>
    <dgm:cxn modelId="{7225A77F-7F73-4D79-B956-72A6BB4EEDBF}" type="presOf" srcId="{4E33E94B-5257-4D4D-8107-537C1B37C2ED}" destId="{99EE7701-D880-4B09-98AF-84C1D6BFC24D}" srcOrd="0" destOrd="0" presId="urn:microsoft.com/office/officeart/2005/8/layout/lProcess2"/>
    <dgm:cxn modelId="{A57C3E11-E1EF-4C55-9935-61C9330487C7}" srcId="{4256D8A9-F639-41E2-8DB5-4871494B81D3}" destId="{94C6B6EB-41AC-4674-A3E2-36B6710798D6}" srcOrd="2" destOrd="0" parTransId="{5DD6D2FA-4500-48F3-BABA-FE5FE9E69323}" sibTransId="{D523D4F9-830D-4B6F-9D73-0D8074FFFD36}"/>
    <dgm:cxn modelId="{E3584599-A8D3-4D7A-B5EE-8B88961FDE87}" type="presOf" srcId="{CD6E24C4-8884-46AF-A116-005C994EF3B4}" destId="{88863EAC-886C-4884-A41F-E838F2DD7A84}" srcOrd="0" destOrd="0" presId="urn:microsoft.com/office/officeart/2005/8/layout/lProcess2"/>
    <dgm:cxn modelId="{F3648BAB-D816-402B-9E3F-1AA43AAE656D}" type="presOf" srcId="{3D66954F-7F00-497B-8A94-B14B7A4EF93A}" destId="{CA680645-0FF6-4DF6-A4CF-CC18FF3E0ED5}" srcOrd="1" destOrd="0" presId="urn:microsoft.com/office/officeart/2005/8/layout/lProcess2"/>
    <dgm:cxn modelId="{7409AE25-DE6D-4E09-AFB5-6154FF1B3EB9}" type="presOf" srcId="{7FB56420-2757-41BE-9095-328AF81871B5}" destId="{987C1061-44AE-4721-9D8C-C424653A2C4E}" srcOrd="1" destOrd="0" presId="urn:microsoft.com/office/officeart/2005/8/layout/lProcess2"/>
    <dgm:cxn modelId="{6A4146DF-1CC3-4408-A87E-71B42DA05FBC}" srcId="{94C6B6EB-41AC-4674-A3E2-36B6710798D6}" destId="{46281794-067F-49B7-92D5-668F5C50F304}" srcOrd="0" destOrd="0" parTransId="{99858562-18B1-4C3A-A43A-4DA613D5CFED}" sibTransId="{47780C53-EC15-4837-847D-911C2B66C6F7}"/>
    <dgm:cxn modelId="{A66C6B6F-1E00-4907-A9FA-69C8CD71D5D1}" srcId="{FDD49CFD-E3BD-49C1-8BF5-0C9889E17DD0}" destId="{AB374459-2E35-4D8D-89BB-49D2ED525A4F}" srcOrd="1" destOrd="0" parTransId="{04D74110-E57E-41F0-A6D0-22E034D60525}" sibTransId="{C96CE303-9E19-4B71-8EFE-F5FD4B59AED8}"/>
    <dgm:cxn modelId="{685E52EC-3F22-4A72-B528-F8681AFC52A8}" srcId="{94C6B6EB-41AC-4674-A3E2-36B6710798D6}" destId="{0CAA6374-14EC-4C9E-A0E8-4259137CE2DA}" srcOrd="3" destOrd="0" parTransId="{5A83B822-35CB-4611-94AE-7B10673AB0EF}" sibTransId="{3F635B09-70FA-497B-ACF6-3F7CB20A5C61}"/>
    <dgm:cxn modelId="{491744D3-98C1-4747-BAEE-52D74B15520A}" srcId="{FDD49CFD-E3BD-49C1-8BF5-0C9889E17DD0}" destId="{F2DD2A3E-65D4-446B-9DF6-4CB5615383AC}" srcOrd="0" destOrd="0" parTransId="{1DF279FD-207B-4791-AABF-61F02F5C0F33}" sibTransId="{9C58EC22-D36A-4839-BEAE-0F6840DAA19D}"/>
    <dgm:cxn modelId="{DC91A793-A1FA-4942-810F-015EE4D338C9}" type="presOf" srcId="{121E5BDE-8004-48E6-9389-DEDD8E147990}" destId="{9843B8B0-FD49-4371-B875-009B0655FD93}" srcOrd="0" destOrd="0" presId="urn:microsoft.com/office/officeart/2005/8/layout/lProcess2"/>
    <dgm:cxn modelId="{C7572807-77C7-4446-B22B-916427A7D2D4}" type="presOf" srcId="{46281794-067F-49B7-92D5-668F5C50F304}" destId="{B9C9D36A-4FC9-44DE-B89A-D0EF297A57D8}" srcOrd="0" destOrd="0" presId="urn:microsoft.com/office/officeart/2005/8/layout/lProcess2"/>
    <dgm:cxn modelId="{51E661BC-DFBA-477A-9F86-BBE06AAA9C67}" srcId="{4256D8A9-F639-41E2-8DB5-4871494B81D3}" destId="{7FB56420-2757-41BE-9095-328AF81871B5}" srcOrd="1" destOrd="0" parTransId="{99AF2BA9-6AE3-4101-910B-A2E65BBE9075}" sibTransId="{7D71DA5B-AE1C-45BD-94F9-203650781B1C}"/>
    <dgm:cxn modelId="{8C09C117-E2AA-4468-BBDE-4E2AD1320CFA}" type="presOf" srcId="{94C6B6EB-41AC-4674-A3E2-36B6710798D6}" destId="{B120CB65-A0DA-4E7B-B2A8-D0FFF4F04B4E}" srcOrd="0" destOrd="0" presId="urn:microsoft.com/office/officeart/2005/8/layout/lProcess2"/>
    <dgm:cxn modelId="{EBF8DEAF-1177-49CD-9ACB-BCFBCB2C5DCE}" srcId="{4256D8A9-F639-41E2-8DB5-4871494B81D3}" destId="{3D66954F-7F00-497B-8A94-B14B7A4EF93A}" srcOrd="3" destOrd="0" parTransId="{CDE44FAB-0E2F-4194-9185-19A8114A18A3}" sibTransId="{A4C5C054-A3F8-44E3-B9FF-DEC5C520B746}"/>
    <dgm:cxn modelId="{50ABBC10-0B8B-48E1-A4BA-F3486C5AFAC3}" type="presOf" srcId="{65E3B19F-CE6D-41E8-8BFE-37711DED7D9F}" destId="{1F54139F-0CD4-49B1-96EB-12614C17E2BB}" srcOrd="0" destOrd="0" presId="urn:microsoft.com/office/officeart/2005/8/layout/lProcess2"/>
    <dgm:cxn modelId="{6E3CFB04-E9AA-4469-876D-48206B0AC0D7}" type="presOf" srcId="{7FB56420-2757-41BE-9095-328AF81871B5}" destId="{815809B6-3B7B-41A4-BDF4-51E9327CC053}" srcOrd="0" destOrd="0" presId="urn:microsoft.com/office/officeart/2005/8/layout/lProcess2"/>
    <dgm:cxn modelId="{3DB97E9A-1BB1-4876-8D43-5BFA0C125AF6}" type="presParOf" srcId="{00E6E004-51F7-4AD2-B5DC-D43CC098A095}" destId="{2AF870B7-0DF7-4976-BC99-A3D5BEA8CC49}" srcOrd="0" destOrd="0" presId="urn:microsoft.com/office/officeart/2005/8/layout/lProcess2"/>
    <dgm:cxn modelId="{2D0F10E9-A2D8-4816-834C-7B4446998922}" type="presParOf" srcId="{2AF870B7-0DF7-4976-BC99-A3D5BEA8CC49}" destId="{0EEC09DC-7684-4CE2-98FC-15A7566E07D8}" srcOrd="0" destOrd="0" presId="urn:microsoft.com/office/officeart/2005/8/layout/lProcess2"/>
    <dgm:cxn modelId="{05B6D46F-7236-44C7-96A1-CB01EB6BD789}" type="presParOf" srcId="{2AF870B7-0DF7-4976-BC99-A3D5BEA8CC49}" destId="{74677E45-0B43-4482-8ED6-44ACAFB1BF40}" srcOrd="1" destOrd="0" presId="urn:microsoft.com/office/officeart/2005/8/layout/lProcess2"/>
    <dgm:cxn modelId="{5C210A54-C193-4A5E-95C5-73E58FA01E9E}" type="presParOf" srcId="{2AF870B7-0DF7-4976-BC99-A3D5BEA8CC49}" destId="{577B8D3A-B442-433F-88D0-6F71E4E639B7}" srcOrd="2" destOrd="0" presId="urn:microsoft.com/office/officeart/2005/8/layout/lProcess2"/>
    <dgm:cxn modelId="{60D874E7-8AC7-4861-B568-4A558A0C4C87}" type="presParOf" srcId="{577B8D3A-B442-433F-88D0-6F71E4E639B7}" destId="{4BA16D0A-5A40-4E82-A469-58A3A8018FE9}" srcOrd="0" destOrd="0" presId="urn:microsoft.com/office/officeart/2005/8/layout/lProcess2"/>
    <dgm:cxn modelId="{078C0B5C-4D4E-4CFA-BC46-317542130CEE}" type="presParOf" srcId="{4BA16D0A-5A40-4E82-A469-58A3A8018FE9}" destId="{9CA0412A-73C5-4A79-91B7-802CCD78CCC9}" srcOrd="0" destOrd="0" presId="urn:microsoft.com/office/officeart/2005/8/layout/lProcess2"/>
    <dgm:cxn modelId="{4ECC6C27-32EF-4D0A-8AF1-8B0F4451871A}" type="presParOf" srcId="{4BA16D0A-5A40-4E82-A469-58A3A8018FE9}" destId="{4030032D-D348-4B0D-89A0-D903DE3A4461}" srcOrd="1" destOrd="0" presId="urn:microsoft.com/office/officeart/2005/8/layout/lProcess2"/>
    <dgm:cxn modelId="{F624E905-D5A5-40C3-910D-7515264829A4}" type="presParOf" srcId="{4BA16D0A-5A40-4E82-A469-58A3A8018FE9}" destId="{02E2CFE2-9877-4D27-BCD2-0B6DBBE9FCAE}" srcOrd="2" destOrd="0" presId="urn:microsoft.com/office/officeart/2005/8/layout/lProcess2"/>
    <dgm:cxn modelId="{BE685720-353F-4D2E-9BC4-A9BE7B1FCEF7}" type="presParOf" srcId="{4BA16D0A-5A40-4E82-A469-58A3A8018FE9}" destId="{2A6CCB80-269B-4C5A-9E87-1509BEB7DA66}" srcOrd="3" destOrd="0" presId="urn:microsoft.com/office/officeart/2005/8/layout/lProcess2"/>
    <dgm:cxn modelId="{7ADE6167-CB0E-489D-9AF4-D24976EFB2CB}" type="presParOf" srcId="{4BA16D0A-5A40-4E82-A469-58A3A8018FE9}" destId="{88863EAC-886C-4884-A41F-E838F2DD7A84}" srcOrd="4" destOrd="0" presId="urn:microsoft.com/office/officeart/2005/8/layout/lProcess2"/>
    <dgm:cxn modelId="{5943E64C-042F-449F-B386-2E1B00D6D864}" type="presParOf" srcId="{4BA16D0A-5A40-4E82-A469-58A3A8018FE9}" destId="{60955A62-E984-4EFF-9E66-F98277A27CF4}" srcOrd="5" destOrd="0" presId="urn:microsoft.com/office/officeart/2005/8/layout/lProcess2"/>
    <dgm:cxn modelId="{2442428D-EF7E-4C17-A363-2AD9DFBF4F7C}" type="presParOf" srcId="{4BA16D0A-5A40-4E82-A469-58A3A8018FE9}" destId="{56B60ABC-7204-4A2E-A1CA-AF7389E35381}" srcOrd="6" destOrd="0" presId="urn:microsoft.com/office/officeart/2005/8/layout/lProcess2"/>
    <dgm:cxn modelId="{C0EA178C-1A46-417C-94F3-5136222EBACA}" type="presParOf" srcId="{00E6E004-51F7-4AD2-B5DC-D43CC098A095}" destId="{BB1F8EC1-DDE5-46A3-9E1F-786E8490FB8D}" srcOrd="1" destOrd="0" presId="urn:microsoft.com/office/officeart/2005/8/layout/lProcess2"/>
    <dgm:cxn modelId="{FDF4A645-ED96-495F-8DFC-B24E5B4652B2}" type="presParOf" srcId="{00E6E004-51F7-4AD2-B5DC-D43CC098A095}" destId="{90A76F5C-D463-4048-B8FB-A63F94B6C574}" srcOrd="2" destOrd="0" presId="urn:microsoft.com/office/officeart/2005/8/layout/lProcess2"/>
    <dgm:cxn modelId="{53C149B1-F463-4FFF-AA36-E039334E6942}" type="presParOf" srcId="{90A76F5C-D463-4048-B8FB-A63F94B6C574}" destId="{815809B6-3B7B-41A4-BDF4-51E9327CC053}" srcOrd="0" destOrd="0" presId="urn:microsoft.com/office/officeart/2005/8/layout/lProcess2"/>
    <dgm:cxn modelId="{9F55CFBA-DC37-41A4-AC9F-7360FBE96284}" type="presParOf" srcId="{90A76F5C-D463-4048-B8FB-A63F94B6C574}" destId="{987C1061-44AE-4721-9D8C-C424653A2C4E}" srcOrd="1" destOrd="0" presId="urn:microsoft.com/office/officeart/2005/8/layout/lProcess2"/>
    <dgm:cxn modelId="{E1A844AE-F5DA-4326-8DC9-60D927C06301}" type="presParOf" srcId="{90A76F5C-D463-4048-B8FB-A63F94B6C574}" destId="{A76E42A6-F243-48ED-9E88-75995A04D2C0}" srcOrd="2" destOrd="0" presId="urn:microsoft.com/office/officeart/2005/8/layout/lProcess2"/>
    <dgm:cxn modelId="{C33D0F30-72AF-4FFE-B3AE-8D006867C119}" type="presParOf" srcId="{A76E42A6-F243-48ED-9E88-75995A04D2C0}" destId="{0B14E0AF-593E-4530-A4AC-9E4549FE4794}" srcOrd="0" destOrd="0" presId="urn:microsoft.com/office/officeart/2005/8/layout/lProcess2"/>
    <dgm:cxn modelId="{E3831B64-BE5D-409C-877D-5D8AF39B67F5}" type="presParOf" srcId="{0B14E0AF-593E-4530-A4AC-9E4549FE4794}" destId="{B95E6871-7C63-4CCA-86C5-583553A54070}" srcOrd="0" destOrd="0" presId="urn:microsoft.com/office/officeart/2005/8/layout/lProcess2"/>
    <dgm:cxn modelId="{F292CF27-D664-4351-92F8-AB077F3AAF86}" type="presParOf" srcId="{00E6E004-51F7-4AD2-B5DC-D43CC098A095}" destId="{6A3D47C8-603C-4A0A-A7D1-BCEA1A2E86AC}" srcOrd="3" destOrd="0" presId="urn:microsoft.com/office/officeart/2005/8/layout/lProcess2"/>
    <dgm:cxn modelId="{625EE81B-4BFD-4399-A8F8-A740418EF15D}" type="presParOf" srcId="{00E6E004-51F7-4AD2-B5DC-D43CC098A095}" destId="{184F2DCC-D73B-4455-AF35-FBAFA8E5313F}" srcOrd="4" destOrd="0" presId="urn:microsoft.com/office/officeart/2005/8/layout/lProcess2"/>
    <dgm:cxn modelId="{77B82A87-594A-4A45-B0FA-0D537C023E29}" type="presParOf" srcId="{184F2DCC-D73B-4455-AF35-FBAFA8E5313F}" destId="{B120CB65-A0DA-4E7B-B2A8-D0FFF4F04B4E}" srcOrd="0" destOrd="0" presId="urn:microsoft.com/office/officeart/2005/8/layout/lProcess2"/>
    <dgm:cxn modelId="{AD1C6936-E0CA-4E8D-8B13-6E2A5F112623}" type="presParOf" srcId="{184F2DCC-D73B-4455-AF35-FBAFA8E5313F}" destId="{10CFD1D3-1D6B-4226-8C74-4CCDE1FA7A0B}" srcOrd="1" destOrd="0" presId="urn:microsoft.com/office/officeart/2005/8/layout/lProcess2"/>
    <dgm:cxn modelId="{AA0E0507-775E-4D1D-B89E-20A332CD0B31}" type="presParOf" srcId="{184F2DCC-D73B-4455-AF35-FBAFA8E5313F}" destId="{D902716C-F206-479D-94ED-237B6F090E08}" srcOrd="2" destOrd="0" presId="urn:microsoft.com/office/officeart/2005/8/layout/lProcess2"/>
    <dgm:cxn modelId="{FA3F9590-B98B-4734-8B9C-7565BCEF604C}" type="presParOf" srcId="{D902716C-F206-479D-94ED-237B6F090E08}" destId="{C07B6A9A-E60E-47A5-B7A6-19D700B60C3D}" srcOrd="0" destOrd="0" presId="urn:microsoft.com/office/officeart/2005/8/layout/lProcess2"/>
    <dgm:cxn modelId="{B0B7287B-E72F-4F20-AF98-2B70427D294F}" type="presParOf" srcId="{C07B6A9A-E60E-47A5-B7A6-19D700B60C3D}" destId="{B9C9D36A-4FC9-44DE-B89A-D0EF297A57D8}" srcOrd="0" destOrd="0" presId="urn:microsoft.com/office/officeart/2005/8/layout/lProcess2"/>
    <dgm:cxn modelId="{8EA6287A-9F87-4FC0-A9B2-DED6EAE32B9C}" type="presParOf" srcId="{C07B6A9A-E60E-47A5-B7A6-19D700B60C3D}" destId="{3B110BF3-855B-4FD1-B6C3-2076862DD6C4}" srcOrd="1" destOrd="0" presId="urn:microsoft.com/office/officeart/2005/8/layout/lProcess2"/>
    <dgm:cxn modelId="{0F341687-F7B1-4EBA-B366-1A9C425C1F15}" type="presParOf" srcId="{C07B6A9A-E60E-47A5-B7A6-19D700B60C3D}" destId="{4C8F5FDD-082C-40F3-B8BB-40011AF9EDDF}" srcOrd="2" destOrd="0" presId="urn:microsoft.com/office/officeart/2005/8/layout/lProcess2"/>
    <dgm:cxn modelId="{EFA68FBD-0F25-4C17-8D52-66D40D0D8100}" type="presParOf" srcId="{C07B6A9A-E60E-47A5-B7A6-19D700B60C3D}" destId="{29A12B76-63DB-4C15-8848-A75BC3B7902A}" srcOrd="3" destOrd="0" presId="urn:microsoft.com/office/officeart/2005/8/layout/lProcess2"/>
    <dgm:cxn modelId="{747341C7-00BB-4647-BC7F-2425602F1BC9}" type="presParOf" srcId="{C07B6A9A-E60E-47A5-B7A6-19D700B60C3D}" destId="{99EE7701-D880-4B09-98AF-84C1D6BFC24D}" srcOrd="4" destOrd="0" presId="urn:microsoft.com/office/officeart/2005/8/layout/lProcess2"/>
    <dgm:cxn modelId="{8862A724-6F7F-42CC-A381-BFCC7F061240}" type="presParOf" srcId="{C07B6A9A-E60E-47A5-B7A6-19D700B60C3D}" destId="{4BD049C1-443E-4D54-8E24-69CABA573B09}" srcOrd="5" destOrd="0" presId="urn:microsoft.com/office/officeart/2005/8/layout/lProcess2"/>
    <dgm:cxn modelId="{BCB66B0C-D478-4B92-B352-5CE1945882C9}" type="presParOf" srcId="{C07B6A9A-E60E-47A5-B7A6-19D700B60C3D}" destId="{CC34FBBF-8FA2-4DAE-BB93-A0B7294D7BCC}" srcOrd="6" destOrd="0" presId="urn:microsoft.com/office/officeart/2005/8/layout/lProcess2"/>
    <dgm:cxn modelId="{2E8CBFD7-E277-42EE-8AC9-A1D9C16E95FE}" type="presParOf" srcId="{C07B6A9A-E60E-47A5-B7A6-19D700B60C3D}" destId="{BBD30FCF-ACDB-4A32-85BC-B0F6504E2560}" srcOrd="7" destOrd="0" presId="urn:microsoft.com/office/officeart/2005/8/layout/lProcess2"/>
    <dgm:cxn modelId="{9CEE28F1-09CB-43BC-A87E-B173462F7A93}" type="presParOf" srcId="{C07B6A9A-E60E-47A5-B7A6-19D700B60C3D}" destId="{1F54139F-0CD4-49B1-96EB-12614C17E2BB}" srcOrd="8" destOrd="0" presId="urn:microsoft.com/office/officeart/2005/8/layout/lProcess2"/>
    <dgm:cxn modelId="{521650ED-0825-4DEA-B932-93318036C5EE}" type="presParOf" srcId="{00E6E004-51F7-4AD2-B5DC-D43CC098A095}" destId="{15C748B0-4B43-4418-AB14-14B56E70DB03}" srcOrd="5" destOrd="0" presId="urn:microsoft.com/office/officeart/2005/8/layout/lProcess2"/>
    <dgm:cxn modelId="{300F6DAA-87AC-49A1-8804-434684444962}" type="presParOf" srcId="{00E6E004-51F7-4AD2-B5DC-D43CC098A095}" destId="{A776A014-4FDF-4EBF-B779-6F34DDC4F069}" srcOrd="6" destOrd="0" presId="urn:microsoft.com/office/officeart/2005/8/layout/lProcess2"/>
    <dgm:cxn modelId="{F3FF5F00-F6EB-4C68-A5D1-F2419A4E97C0}" type="presParOf" srcId="{A776A014-4FDF-4EBF-B779-6F34DDC4F069}" destId="{B9C78166-7623-4FC3-84ED-AFE04235FE8A}" srcOrd="0" destOrd="0" presId="urn:microsoft.com/office/officeart/2005/8/layout/lProcess2"/>
    <dgm:cxn modelId="{3E71336F-529C-4A93-95D0-96C6EF7B7A76}" type="presParOf" srcId="{A776A014-4FDF-4EBF-B779-6F34DDC4F069}" destId="{CA680645-0FF6-4DF6-A4CF-CC18FF3E0ED5}" srcOrd="1" destOrd="0" presId="urn:microsoft.com/office/officeart/2005/8/layout/lProcess2"/>
    <dgm:cxn modelId="{AA6EE46E-16E5-4FAD-9EFB-7507BA0810FA}" type="presParOf" srcId="{A776A014-4FDF-4EBF-B779-6F34DDC4F069}" destId="{55B4C9D0-6DAD-496E-A62D-CC1D0FFDDBD4}" srcOrd="2" destOrd="0" presId="urn:microsoft.com/office/officeart/2005/8/layout/lProcess2"/>
    <dgm:cxn modelId="{8D596962-0851-484A-806C-B41ADBB415EE}" type="presParOf" srcId="{55B4C9D0-6DAD-496E-A62D-CC1D0FFDDBD4}" destId="{81318631-661E-4DDD-8007-33D39E04CE91}" srcOrd="0" destOrd="0" presId="urn:microsoft.com/office/officeart/2005/8/layout/lProcess2"/>
    <dgm:cxn modelId="{9E78B4FA-D915-4105-BFB1-5A84582573F7}" type="presParOf" srcId="{81318631-661E-4DDD-8007-33D39E04CE91}" destId="{9843B8B0-FD49-4371-B875-009B0655FD93}" srcOrd="0" destOrd="0" presId="urn:microsoft.com/office/officeart/2005/8/layout/lProcess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EEC09DC-7684-4CE2-98FC-15A7566E07D8}">
      <dsp:nvSpPr>
        <dsp:cNvPr id="0" name=""/>
        <dsp:cNvSpPr/>
      </dsp:nvSpPr>
      <dsp:spPr>
        <a:xfrm>
          <a:off x="1984" y="0"/>
          <a:ext cx="1946895" cy="3566020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PE" sz="2000" kern="1200" dirty="0"/>
            <a:t>Inicio</a:t>
          </a:r>
        </a:p>
      </dsp:txBody>
      <dsp:txXfrm>
        <a:off x="1984" y="0"/>
        <a:ext cx="1946895" cy="1069806"/>
      </dsp:txXfrm>
    </dsp:sp>
    <dsp:sp modelId="{9CA0412A-73C5-4A79-91B7-802CCD78CCC9}">
      <dsp:nvSpPr>
        <dsp:cNvPr id="0" name=""/>
        <dsp:cNvSpPr/>
      </dsp:nvSpPr>
      <dsp:spPr>
        <a:xfrm>
          <a:off x="196673" y="1069893"/>
          <a:ext cx="1557516" cy="51949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28575" rIns="38100" bIns="28575" numCol="1" spcCol="1270" anchor="ctr" anchorCtr="0">
          <a:noAutofit/>
        </a:bodyPr>
        <a:lstStyle/>
        <a:p>
          <a:pPr lvl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PE" sz="1500" kern="1200" dirty="0"/>
            <a:t>Asignación</a:t>
          </a:r>
        </a:p>
      </dsp:txBody>
      <dsp:txXfrm>
        <a:off x="211888" y="1085108"/>
        <a:ext cx="1527086" cy="489063"/>
      </dsp:txXfrm>
    </dsp:sp>
    <dsp:sp modelId="{02E2CFE2-9877-4D27-BCD2-0B6DBBE9FCAE}">
      <dsp:nvSpPr>
        <dsp:cNvPr id="0" name=""/>
        <dsp:cNvSpPr/>
      </dsp:nvSpPr>
      <dsp:spPr>
        <a:xfrm>
          <a:off x="196673" y="1669308"/>
          <a:ext cx="1557516" cy="51949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28575" rIns="38100" bIns="28575" numCol="1" spcCol="1270" anchor="ctr" anchorCtr="0">
          <a:noAutofit/>
        </a:bodyPr>
        <a:lstStyle/>
        <a:p>
          <a:pPr lvl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PE" sz="1500" kern="1200" dirty="0"/>
            <a:t>Evaluación</a:t>
          </a:r>
        </a:p>
      </dsp:txBody>
      <dsp:txXfrm>
        <a:off x="211888" y="1684523"/>
        <a:ext cx="1527086" cy="489063"/>
      </dsp:txXfrm>
    </dsp:sp>
    <dsp:sp modelId="{88863EAC-886C-4884-A41F-E838F2DD7A84}">
      <dsp:nvSpPr>
        <dsp:cNvPr id="0" name=""/>
        <dsp:cNvSpPr/>
      </dsp:nvSpPr>
      <dsp:spPr>
        <a:xfrm>
          <a:off x="196673" y="2268723"/>
          <a:ext cx="1557516" cy="51949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28575" rIns="38100" bIns="28575" numCol="1" spcCol="1270" anchor="ctr" anchorCtr="0">
          <a:noAutofit/>
        </a:bodyPr>
        <a:lstStyle/>
        <a:p>
          <a:pPr lvl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PE" sz="1500" kern="1200" dirty="0"/>
            <a:t>Formalización del Proyecto</a:t>
          </a:r>
        </a:p>
      </dsp:txBody>
      <dsp:txXfrm>
        <a:off x="211888" y="2283938"/>
        <a:ext cx="1527086" cy="489063"/>
      </dsp:txXfrm>
    </dsp:sp>
    <dsp:sp modelId="{56B60ABC-7204-4A2E-A1CA-AF7389E35381}">
      <dsp:nvSpPr>
        <dsp:cNvPr id="0" name=""/>
        <dsp:cNvSpPr/>
      </dsp:nvSpPr>
      <dsp:spPr>
        <a:xfrm>
          <a:off x="196673" y="2868138"/>
          <a:ext cx="1557516" cy="51949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28575" rIns="38100" bIns="28575" numCol="1" spcCol="1270" anchor="ctr" anchorCtr="0">
          <a:noAutofit/>
        </a:bodyPr>
        <a:lstStyle/>
        <a:p>
          <a:pPr lvl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PE" sz="1500" kern="1200" dirty="0"/>
            <a:t>Elaboración del Product Backlog</a:t>
          </a:r>
        </a:p>
      </dsp:txBody>
      <dsp:txXfrm>
        <a:off x="211888" y="2883353"/>
        <a:ext cx="1527086" cy="489063"/>
      </dsp:txXfrm>
    </dsp:sp>
    <dsp:sp modelId="{815809B6-3B7B-41A4-BDF4-51E9327CC053}">
      <dsp:nvSpPr>
        <dsp:cNvPr id="0" name=""/>
        <dsp:cNvSpPr/>
      </dsp:nvSpPr>
      <dsp:spPr>
        <a:xfrm>
          <a:off x="2094896" y="0"/>
          <a:ext cx="1946895" cy="3566020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PE" sz="2000" kern="1200" dirty="0"/>
            <a:t>Planificación</a:t>
          </a:r>
        </a:p>
      </dsp:txBody>
      <dsp:txXfrm>
        <a:off x="2094896" y="0"/>
        <a:ext cx="1946895" cy="1069806"/>
      </dsp:txXfrm>
    </dsp:sp>
    <dsp:sp modelId="{B95E6871-7C63-4CCA-86C5-583553A54070}">
      <dsp:nvSpPr>
        <dsp:cNvPr id="0" name=""/>
        <dsp:cNvSpPr/>
      </dsp:nvSpPr>
      <dsp:spPr>
        <a:xfrm>
          <a:off x="2289585" y="1070850"/>
          <a:ext cx="1557516" cy="107520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28575" rIns="38100" bIns="28575" numCol="1" spcCol="1270" anchor="ctr" anchorCtr="0">
          <a:noAutofit/>
        </a:bodyPr>
        <a:lstStyle/>
        <a:p>
          <a:pPr lvl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PE" sz="1500" kern="1200" dirty="0"/>
            <a:t>Planificación del Proyecto</a:t>
          </a:r>
        </a:p>
      </dsp:txBody>
      <dsp:txXfrm>
        <a:off x="2321077" y="1102342"/>
        <a:ext cx="1494532" cy="1012219"/>
      </dsp:txXfrm>
    </dsp:sp>
    <dsp:sp modelId="{D7283CEF-E63C-4E5C-8478-ED5F6485D39B}">
      <dsp:nvSpPr>
        <dsp:cNvPr id="0" name=""/>
        <dsp:cNvSpPr/>
      </dsp:nvSpPr>
      <dsp:spPr>
        <a:xfrm>
          <a:off x="2289585" y="2311470"/>
          <a:ext cx="1557516" cy="107520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28575" rIns="38100" bIns="28575" numCol="1" spcCol="1270" anchor="ctr" anchorCtr="0">
          <a:noAutofit/>
        </a:bodyPr>
        <a:lstStyle/>
        <a:p>
          <a:pPr lvl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PE" sz="1500" kern="1200" dirty="0"/>
            <a:t>Planificación del Sprint</a:t>
          </a:r>
        </a:p>
      </dsp:txBody>
      <dsp:txXfrm>
        <a:off x="2321077" y="2342962"/>
        <a:ext cx="1494532" cy="1012219"/>
      </dsp:txXfrm>
    </dsp:sp>
    <dsp:sp modelId="{B120CB65-A0DA-4E7B-B2A8-D0FFF4F04B4E}">
      <dsp:nvSpPr>
        <dsp:cNvPr id="0" name=""/>
        <dsp:cNvSpPr/>
      </dsp:nvSpPr>
      <dsp:spPr>
        <a:xfrm>
          <a:off x="4187808" y="0"/>
          <a:ext cx="1946895" cy="3566020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PE" sz="2000" kern="1200" dirty="0"/>
            <a:t>Implementación</a:t>
          </a:r>
        </a:p>
      </dsp:txBody>
      <dsp:txXfrm>
        <a:off x="4187808" y="0"/>
        <a:ext cx="1946895" cy="1069806"/>
      </dsp:txXfrm>
    </dsp:sp>
    <dsp:sp modelId="{B9C9D36A-4FC9-44DE-B89A-D0EF297A57D8}">
      <dsp:nvSpPr>
        <dsp:cNvPr id="0" name=""/>
        <dsp:cNvSpPr/>
      </dsp:nvSpPr>
      <dsp:spPr>
        <a:xfrm>
          <a:off x="4382498" y="1070110"/>
          <a:ext cx="1557516" cy="70058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28575" rIns="38100" bIns="28575" numCol="1" spcCol="1270" anchor="ctr" anchorCtr="0">
          <a:noAutofit/>
        </a:bodyPr>
        <a:lstStyle/>
        <a:p>
          <a:pPr lvl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PE" sz="1500" kern="1200" dirty="0"/>
            <a:t>Desarrollo de Requerimientos</a:t>
          </a:r>
        </a:p>
      </dsp:txBody>
      <dsp:txXfrm>
        <a:off x="4403017" y="1090629"/>
        <a:ext cx="1516478" cy="659542"/>
      </dsp:txXfrm>
    </dsp:sp>
    <dsp:sp modelId="{4C8F5FDD-082C-40F3-B8BB-40011AF9EDDF}">
      <dsp:nvSpPr>
        <dsp:cNvPr id="0" name=""/>
        <dsp:cNvSpPr/>
      </dsp:nvSpPr>
      <dsp:spPr>
        <a:xfrm>
          <a:off x="4382498" y="1878472"/>
          <a:ext cx="1557516" cy="70058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28575" rIns="38100" bIns="28575" numCol="1" spcCol="1270" anchor="ctr" anchorCtr="0">
          <a:noAutofit/>
        </a:bodyPr>
        <a:lstStyle/>
        <a:p>
          <a:pPr lvl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PE" sz="1500" kern="1200" dirty="0"/>
            <a:t>Documentación</a:t>
          </a:r>
        </a:p>
      </dsp:txBody>
      <dsp:txXfrm>
        <a:off x="4403017" y="1898991"/>
        <a:ext cx="1516478" cy="659542"/>
      </dsp:txXfrm>
    </dsp:sp>
    <dsp:sp modelId="{1F54139F-0CD4-49B1-96EB-12614C17E2BB}">
      <dsp:nvSpPr>
        <dsp:cNvPr id="0" name=""/>
        <dsp:cNvSpPr/>
      </dsp:nvSpPr>
      <dsp:spPr>
        <a:xfrm>
          <a:off x="4382498" y="2686834"/>
          <a:ext cx="1557516" cy="70058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28575" rIns="38100" bIns="28575" numCol="1" spcCol="1270" anchor="ctr" anchorCtr="0">
          <a:noAutofit/>
        </a:bodyPr>
        <a:lstStyle/>
        <a:p>
          <a:pPr lvl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PE" sz="1500" kern="1200" dirty="0"/>
            <a:t>Revisión del Sprint</a:t>
          </a:r>
        </a:p>
      </dsp:txBody>
      <dsp:txXfrm>
        <a:off x="4403017" y="2707353"/>
        <a:ext cx="1516478" cy="659542"/>
      </dsp:txXfrm>
    </dsp:sp>
    <dsp:sp modelId="{B9C78166-7623-4FC3-84ED-AFE04235FE8A}">
      <dsp:nvSpPr>
        <dsp:cNvPr id="0" name=""/>
        <dsp:cNvSpPr/>
      </dsp:nvSpPr>
      <dsp:spPr>
        <a:xfrm>
          <a:off x="6280720" y="0"/>
          <a:ext cx="1946895" cy="3566020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PE" sz="2000" kern="1200" dirty="0"/>
            <a:t>Lanzamiento</a:t>
          </a:r>
        </a:p>
      </dsp:txBody>
      <dsp:txXfrm>
        <a:off x="6280720" y="0"/>
        <a:ext cx="1946895" cy="1069806"/>
      </dsp:txXfrm>
    </dsp:sp>
    <dsp:sp modelId="{17B902DD-6BF0-4AE0-87E7-275C972C17D7}">
      <dsp:nvSpPr>
        <dsp:cNvPr id="0" name=""/>
        <dsp:cNvSpPr/>
      </dsp:nvSpPr>
      <dsp:spPr>
        <a:xfrm>
          <a:off x="6475410" y="1070850"/>
          <a:ext cx="1557516" cy="107520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28575" rIns="38100" bIns="28575" numCol="1" spcCol="1270" anchor="ctr" anchorCtr="0">
          <a:noAutofit/>
        </a:bodyPr>
        <a:lstStyle/>
        <a:p>
          <a:pPr lvl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PE" sz="1500" kern="1200" dirty="0"/>
            <a:t>Certificación del Release</a:t>
          </a:r>
        </a:p>
      </dsp:txBody>
      <dsp:txXfrm>
        <a:off x="6506902" y="1102342"/>
        <a:ext cx="1494532" cy="1012219"/>
      </dsp:txXfrm>
    </dsp:sp>
    <dsp:sp modelId="{9843B8B0-FD49-4371-B875-009B0655FD93}">
      <dsp:nvSpPr>
        <dsp:cNvPr id="0" name=""/>
        <dsp:cNvSpPr/>
      </dsp:nvSpPr>
      <dsp:spPr>
        <a:xfrm>
          <a:off x="6475410" y="2311470"/>
          <a:ext cx="1557516" cy="107520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28575" rIns="38100" bIns="28575" numCol="1" spcCol="1270" anchor="ctr" anchorCtr="0">
          <a:noAutofit/>
        </a:bodyPr>
        <a:lstStyle/>
        <a:p>
          <a:pPr lvl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PE" sz="1500" kern="1200" dirty="0"/>
            <a:t>Despliegue del Release</a:t>
          </a:r>
        </a:p>
      </dsp:txBody>
      <dsp:txXfrm>
        <a:off x="6506902" y="2342962"/>
        <a:ext cx="1494532" cy="1012219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375D4D3-8AFD-4514-9BFF-7E1D98D484D1}">
      <dsp:nvSpPr>
        <dsp:cNvPr id="0" name=""/>
        <dsp:cNvSpPr/>
      </dsp:nvSpPr>
      <dsp:spPr>
        <a:xfrm rot="16200000">
          <a:off x="-1125624" y="1127608"/>
          <a:ext cx="4202112" cy="1946895"/>
        </a:xfrm>
        <a:prstGeom prst="flowChartManualOperation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4300" tIns="0" rIns="115574" bIns="0" numCol="1" spcCol="1270" anchor="t" anchorCtr="0">
          <a:noAutofit/>
        </a:bodyPr>
        <a:lstStyle/>
        <a:p>
          <a:pPr lvl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PE" sz="1800" b="1" kern="1200" dirty="0"/>
            <a:t>Asignación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s-PE" sz="1400" kern="1200" dirty="0"/>
            <a:t>Coordinador del Proyecto</a:t>
          </a:r>
        </a:p>
      </dsp:txBody>
      <dsp:txXfrm rot="5400000">
        <a:off x="1984" y="840422"/>
        <a:ext cx="1946895" cy="2521268"/>
      </dsp:txXfrm>
    </dsp:sp>
    <dsp:sp modelId="{5F2554D9-2921-4D96-8577-49B1D128C963}">
      <dsp:nvSpPr>
        <dsp:cNvPr id="0" name=""/>
        <dsp:cNvSpPr/>
      </dsp:nvSpPr>
      <dsp:spPr>
        <a:xfrm rot="16200000">
          <a:off x="967287" y="1127608"/>
          <a:ext cx="4202112" cy="1946895"/>
        </a:xfrm>
        <a:prstGeom prst="flowChartManualOperation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4300" tIns="0" rIns="115574" bIns="0" numCol="1" spcCol="1270" anchor="t" anchorCtr="0">
          <a:noAutofit/>
        </a:bodyPr>
        <a:lstStyle/>
        <a:p>
          <a:pPr lvl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PE" sz="1800" b="1" kern="1200" dirty="0"/>
            <a:t>Evaluación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s-PE" sz="1400" kern="1200" dirty="0"/>
            <a:t>Viabilidad / Alternativas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s-PE" sz="1400" kern="1200" dirty="0"/>
            <a:t>Proyectos / Fases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s-PE" sz="1400" kern="1200" dirty="0"/>
            <a:t>Adquisición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s-PE" sz="1400" kern="1200" dirty="0"/>
            <a:t>Recursos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s-PE" sz="1400" kern="1200" dirty="0"/>
            <a:t>Arquitectura del Sistema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s-PE" sz="1400" kern="1200" dirty="0">
              <a:solidFill>
                <a:srgbClr val="FF0000"/>
              </a:solidFill>
            </a:rPr>
            <a:t>Estimación Inicial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s-PE" sz="1400" kern="1200" dirty="0">
              <a:solidFill>
                <a:srgbClr val="FF0000"/>
              </a:solidFill>
            </a:rPr>
            <a:t>Cronograma Inicial</a:t>
          </a:r>
        </a:p>
      </dsp:txBody>
      <dsp:txXfrm rot="5400000">
        <a:off x="2094895" y="840422"/>
        <a:ext cx="1946895" cy="2521268"/>
      </dsp:txXfrm>
    </dsp:sp>
    <dsp:sp modelId="{55A05C61-82F2-42A3-AA22-25AAE5C05330}">
      <dsp:nvSpPr>
        <dsp:cNvPr id="0" name=""/>
        <dsp:cNvSpPr/>
      </dsp:nvSpPr>
      <dsp:spPr>
        <a:xfrm rot="16200000">
          <a:off x="3060201" y="1127608"/>
          <a:ext cx="4202112" cy="1946895"/>
        </a:xfrm>
        <a:prstGeom prst="flowChartManualOperation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4300" tIns="0" rIns="115574" bIns="0" numCol="1" spcCol="1270" anchor="t" anchorCtr="0">
          <a:noAutofit/>
        </a:bodyPr>
        <a:lstStyle/>
        <a:p>
          <a:pPr lvl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PE" sz="1800" b="1" kern="1200" dirty="0" smtClean="0">
              <a:solidFill>
                <a:schemeClr val="bg1"/>
              </a:solidFill>
            </a:rPr>
            <a:t>Formalización </a:t>
          </a:r>
          <a:r>
            <a:rPr lang="es-PE" sz="1800" b="1" kern="1200" dirty="0">
              <a:solidFill>
                <a:schemeClr val="bg1"/>
              </a:solidFill>
            </a:rPr>
            <a:t>del Proyecto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s-PE" sz="1400" b="1" kern="1200" dirty="0" smtClean="0"/>
            <a:t>Acta:</a:t>
          </a:r>
          <a:endParaRPr lang="es-PE" sz="1400" b="1" kern="1200" dirty="0">
            <a:solidFill>
              <a:srgbClr val="FF0000"/>
            </a:solidFill>
          </a:endParaRPr>
        </a:p>
        <a:p>
          <a:pPr marL="228600" lvl="2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s-PE" sz="1400" kern="1200" dirty="0" smtClean="0"/>
            <a:t>Objetivo</a:t>
          </a:r>
          <a:endParaRPr lang="es-PE" sz="1400" kern="1200" dirty="0">
            <a:solidFill>
              <a:srgbClr val="FF0000"/>
            </a:solidFill>
          </a:endParaRPr>
        </a:p>
        <a:p>
          <a:pPr marL="228600" lvl="2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s-PE" sz="1400" kern="1200" baseline="0" dirty="0">
              <a:solidFill>
                <a:schemeClr val="bg1"/>
              </a:solidFill>
            </a:rPr>
            <a:t>Alcance</a:t>
          </a:r>
        </a:p>
        <a:p>
          <a:pPr marL="228600" lvl="2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s-PE" sz="1400" kern="1200" baseline="0" dirty="0">
              <a:solidFill>
                <a:schemeClr val="bg1"/>
              </a:solidFill>
            </a:rPr>
            <a:t>Restricciones</a:t>
          </a:r>
        </a:p>
        <a:p>
          <a:pPr marL="228600" lvl="2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s-PE" sz="1400" kern="1200" dirty="0"/>
            <a:t>Formación del Equipo (TI y LU)</a:t>
          </a:r>
        </a:p>
        <a:p>
          <a:pPr marL="228600" lvl="2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s-PE" sz="1400" kern="1200" dirty="0" err="1"/>
            <a:t>Stakeholders</a:t>
          </a:r>
          <a:endParaRPr lang="es-PE" sz="1400" kern="1200" dirty="0"/>
        </a:p>
        <a:p>
          <a:pPr marL="228600" lvl="2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s-PE" sz="1400" kern="1200" dirty="0"/>
            <a:t>Definición de Épicas</a:t>
          </a:r>
        </a:p>
      </dsp:txBody>
      <dsp:txXfrm rot="5400000">
        <a:off x="4187809" y="840422"/>
        <a:ext cx="1946895" cy="2521268"/>
      </dsp:txXfrm>
    </dsp:sp>
    <dsp:sp modelId="{187420F7-A4EE-47F1-82F4-2D6ED8365E68}">
      <dsp:nvSpPr>
        <dsp:cNvPr id="0" name=""/>
        <dsp:cNvSpPr/>
      </dsp:nvSpPr>
      <dsp:spPr>
        <a:xfrm rot="16200000">
          <a:off x="5153112" y="1127608"/>
          <a:ext cx="4202112" cy="1946895"/>
        </a:xfrm>
        <a:prstGeom prst="flowChartManualOperation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4300" tIns="0" rIns="115574" bIns="0" numCol="1" spcCol="1270" anchor="t" anchorCtr="0">
          <a:noAutofit/>
        </a:bodyPr>
        <a:lstStyle/>
        <a:p>
          <a:pPr lvl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PE" sz="1800" b="1" kern="1200" dirty="0"/>
            <a:t>Elaboración del Product Backlog</a:t>
          </a:r>
          <a:endParaRPr lang="es-PE" sz="1800" kern="1200" dirty="0">
            <a:solidFill>
              <a:srgbClr val="FF0000"/>
            </a:solidFill>
          </a:endParaRP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s-PE" sz="1400" kern="1200" dirty="0"/>
            <a:t>Definición de requerimientos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s-PE" sz="1400" kern="1200" dirty="0"/>
            <a:t>Definición de criterios de aceptación</a:t>
          </a:r>
        </a:p>
      </dsp:txBody>
      <dsp:txXfrm rot="5400000">
        <a:off x="6280720" y="840422"/>
        <a:ext cx="1946895" cy="2521268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9E97C47-54AA-4DE0-B311-9A11EC04F056}">
      <dsp:nvSpPr>
        <dsp:cNvPr id="0" name=""/>
        <dsp:cNvSpPr/>
      </dsp:nvSpPr>
      <dsp:spPr>
        <a:xfrm rot="16200000">
          <a:off x="-115886" y="120004"/>
          <a:ext cx="4202112" cy="3962102"/>
        </a:xfrm>
        <a:prstGeom prst="flowChartManualOperation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46050" tIns="0" rIns="145551" bIns="0" numCol="1" spcCol="1270" anchor="t" anchorCtr="0">
          <a:noAutofit/>
        </a:bodyPr>
        <a:lstStyle/>
        <a:p>
          <a:pPr lvl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PE" sz="2300" b="1" kern="1200" dirty="0"/>
            <a:t>Planificación del Proyecto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s-PE" sz="1800" kern="1200" dirty="0" err="1"/>
            <a:t>Releases</a:t>
          </a:r>
          <a:endParaRPr lang="es-PE" sz="1800" kern="1200" dirty="0"/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s-PE" sz="1800" kern="1200" dirty="0"/>
            <a:t>Hitos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s-PE" sz="1800" kern="1200" dirty="0"/>
            <a:t>Actualización del Cronograma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s-PE" sz="1800" kern="1200" dirty="0"/>
            <a:t>Identificación de Riesgos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s-PE" sz="1800" b="0" kern="1200" baseline="0" dirty="0">
              <a:solidFill>
                <a:schemeClr val="bg1"/>
              </a:solidFill>
            </a:rPr>
            <a:t>Sprint (1 mes)</a:t>
          </a:r>
        </a:p>
      </dsp:txBody>
      <dsp:txXfrm rot="5400000">
        <a:off x="4119" y="840421"/>
        <a:ext cx="3962102" cy="2521268"/>
      </dsp:txXfrm>
    </dsp:sp>
    <dsp:sp modelId="{61C0E788-DA43-4C80-A756-F02F9FAC4ADB}">
      <dsp:nvSpPr>
        <dsp:cNvPr id="0" name=""/>
        <dsp:cNvSpPr/>
      </dsp:nvSpPr>
      <dsp:spPr>
        <a:xfrm rot="16200000">
          <a:off x="4143374" y="120004"/>
          <a:ext cx="4202112" cy="3962102"/>
        </a:xfrm>
        <a:prstGeom prst="flowChartManualOperation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46050" tIns="0" rIns="145551" bIns="0" numCol="1" spcCol="1270" anchor="t" anchorCtr="0">
          <a:noAutofit/>
        </a:bodyPr>
        <a:lstStyle/>
        <a:p>
          <a:pPr lvl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PE" sz="2300" b="1" kern="1200" dirty="0"/>
            <a:t>Planificación del Sprint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s-PE" sz="1800" kern="1200" dirty="0"/>
            <a:t>En coordinación con el usuario, selección de requerimientos priorizados: disponibilidad de recursos, tiempo de refinamiento, soporte, otros proyectos, reuniones externas, otros.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s-PE" sz="1800" kern="1200" dirty="0"/>
            <a:t>Preparación de ambiente de trabajo</a:t>
          </a:r>
        </a:p>
      </dsp:txBody>
      <dsp:txXfrm rot="5400000">
        <a:off x="4263379" y="840421"/>
        <a:ext cx="3962102" cy="2521268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9E97C47-54AA-4DE0-B311-9A11EC04F056}">
      <dsp:nvSpPr>
        <dsp:cNvPr id="0" name=""/>
        <dsp:cNvSpPr/>
      </dsp:nvSpPr>
      <dsp:spPr>
        <a:xfrm rot="16200000">
          <a:off x="-794084" y="795089"/>
          <a:ext cx="4202112" cy="2611933"/>
        </a:xfrm>
        <a:prstGeom prst="flowChartManualOperation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33350" tIns="0" rIns="135377" bIns="0" numCol="1" spcCol="1270" anchor="t" anchorCtr="0">
          <a:noAutofit/>
        </a:bodyPr>
        <a:lstStyle/>
        <a:p>
          <a:pPr lvl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PE" sz="2100" b="1" kern="1200" dirty="0"/>
            <a:t>Desarrollo de Requerimientos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s-PE" sz="1600" kern="1200" dirty="0"/>
            <a:t>Análisis/Diseño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s-PE" sz="1600" kern="1200" dirty="0"/>
            <a:t>Prototipos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s-PE" sz="1600" kern="1200" dirty="0"/>
            <a:t>Construcción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s-PE" sz="1600" kern="1200" dirty="0"/>
            <a:t>Pruebas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s-PE" sz="1600" kern="1200" dirty="0"/>
            <a:t>Configuraciones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s-PE" sz="1600" kern="1200" dirty="0"/>
            <a:t>Análisis de código, vulnerabilidad u otros</a:t>
          </a:r>
        </a:p>
      </dsp:txBody>
      <dsp:txXfrm rot="5400000">
        <a:off x="1006" y="840421"/>
        <a:ext cx="2611933" cy="2521268"/>
      </dsp:txXfrm>
    </dsp:sp>
    <dsp:sp modelId="{61C0E788-DA43-4C80-A756-F02F9FAC4ADB}">
      <dsp:nvSpPr>
        <dsp:cNvPr id="0" name=""/>
        <dsp:cNvSpPr/>
      </dsp:nvSpPr>
      <dsp:spPr>
        <a:xfrm rot="16200000">
          <a:off x="2013743" y="795089"/>
          <a:ext cx="4202112" cy="2611933"/>
        </a:xfrm>
        <a:prstGeom prst="flowChartManualOperation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33350" tIns="0" rIns="135377" bIns="0" numCol="1" spcCol="1270" anchor="t" anchorCtr="0">
          <a:noAutofit/>
        </a:bodyPr>
        <a:lstStyle/>
        <a:p>
          <a:pPr lvl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PE" sz="2100" b="1" kern="1200" dirty="0"/>
            <a:t>Documentación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s-PE" sz="1600" kern="1200" dirty="0"/>
            <a:t>Diseño </a:t>
          </a:r>
          <a:r>
            <a:rPr lang="es-PE" sz="1600" kern="1200" dirty="0" smtClean="0"/>
            <a:t>Técnico</a:t>
          </a:r>
          <a:endParaRPr lang="es-PE" sz="1600" kern="1200" dirty="0"/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s-PE" sz="1600" kern="1200" dirty="0" smtClean="0"/>
            <a:t>Guía </a:t>
          </a:r>
          <a:r>
            <a:rPr lang="es-PE" sz="1600" kern="1200" dirty="0"/>
            <a:t>de </a:t>
          </a:r>
          <a:r>
            <a:rPr lang="es-PE" sz="1600" kern="1200" dirty="0" smtClean="0"/>
            <a:t>Despliegue</a:t>
          </a:r>
          <a:endParaRPr lang="es-PE" sz="1600" kern="1200" dirty="0"/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s-PE" sz="1600" kern="1200" dirty="0"/>
            <a:t>Guías de Usuario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s-PE" sz="1600" kern="1200" baseline="0" dirty="0">
              <a:solidFill>
                <a:schemeClr val="bg1"/>
              </a:solidFill>
            </a:rPr>
            <a:t>OPA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s-PE" sz="1600" kern="1200" baseline="0" dirty="0" smtClean="0">
              <a:solidFill>
                <a:schemeClr val="bg1"/>
              </a:solidFill>
            </a:rPr>
            <a:t>Casos de Prueba</a:t>
          </a:r>
          <a:endParaRPr lang="es-PE" sz="1600" kern="1200" baseline="0" dirty="0">
            <a:solidFill>
              <a:schemeClr val="bg1"/>
            </a:solidFill>
          </a:endParaRPr>
        </a:p>
      </dsp:txBody>
      <dsp:txXfrm rot="5400000">
        <a:off x="2808833" y="840421"/>
        <a:ext cx="2611933" cy="2521268"/>
      </dsp:txXfrm>
    </dsp:sp>
    <dsp:sp modelId="{F4C43562-8EFD-41D0-BA9A-1251E547288C}">
      <dsp:nvSpPr>
        <dsp:cNvPr id="0" name=""/>
        <dsp:cNvSpPr/>
      </dsp:nvSpPr>
      <dsp:spPr>
        <a:xfrm rot="16200000">
          <a:off x="4821572" y="795089"/>
          <a:ext cx="4202112" cy="2611933"/>
        </a:xfrm>
        <a:prstGeom prst="flowChartManualOperation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33350" tIns="0" rIns="135377" bIns="0" numCol="1" spcCol="1270" anchor="t" anchorCtr="0">
          <a:noAutofit/>
        </a:bodyPr>
        <a:lstStyle/>
        <a:p>
          <a:pPr lvl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PE" sz="2100" b="1" kern="1200" dirty="0"/>
            <a:t>Revisión del Sprint</a:t>
          </a:r>
          <a:endParaRPr lang="es-PE" sz="2100" kern="1200" dirty="0">
            <a:solidFill>
              <a:srgbClr val="FF0000"/>
            </a:solidFill>
          </a:endParaRP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s-PE" sz="1600" kern="1200" dirty="0"/>
            <a:t>Conformidad del Usuario (criterios de aceptación)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s-PE" sz="1600" kern="1200" dirty="0" err="1" smtClean="0"/>
            <a:t>Check</a:t>
          </a:r>
          <a:r>
            <a:rPr lang="es-PE" sz="1600" kern="1200" dirty="0" smtClean="0"/>
            <a:t>-in</a:t>
          </a:r>
          <a:endParaRPr lang="es-PE" sz="1600" kern="1200" dirty="0"/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s-PE" sz="1600" kern="1200" dirty="0" smtClean="0"/>
            <a:t>Actualización Product Backlog</a:t>
          </a:r>
          <a:endParaRPr lang="es-PE" sz="1600" kern="1200" dirty="0"/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s-PE" sz="1600" b="1" kern="1200" baseline="0" dirty="0" smtClean="0">
              <a:solidFill>
                <a:schemeClr val="bg1"/>
              </a:solidFill>
            </a:rPr>
            <a:t>Correo de Conformidad</a:t>
          </a:r>
          <a:endParaRPr lang="es-PE" sz="1600" b="1" kern="1200" baseline="0" dirty="0">
            <a:solidFill>
              <a:schemeClr val="bg1"/>
            </a:solidFill>
          </a:endParaRPr>
        </a:p>
      </dsp:txBody>
      <dsp:txXfrm rot="5400000">
        <a:off x="5616662" y="840421"/>
        <a:ext cx="2611933" cy="2521268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9E97C47-54AA-4DE0-B311-9A11EC04F056}">
      <dsp:nvSpPr>
        <dsp:cNvPr id="0" name=""/>
        <dsp:cNvSpPr/>
      </dsp:nvSpPr>
      <dsp:spPr>
        <a:xfrm rot="16200000">
          <a:off x="-115886" y="120004"/>
          <a:ext cx="4202112" cy="3962102"/>
        </a:xfrm>
        <a:prstGeom prst="flowChartManualOperation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09550" tIns="0" rIns="210918" bIns="0" numCol="1" spcCol="1270" anchor="t" anchorCtr="0">
          <a:noAutofit/>
        </a:bodyPr>
        <a:lstStyle/>
        <a:p>
          <a:pPr lvl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PE" sz="3300" b="1" kern="1200" dirty="0"/>
            <a:t>Certificación del Release</a:t>
          </a:r>
        </a:p>
        <a:p>
          <a:pPr marL="228600" lvl="1" indent="-228600" algn="l" defTabSz="11557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s-PE" sz="2600" kern="1200" dirty="0"/>
            <a:t>Pruebas Integrales</a:t>
          </a:r>
        </a:p>
      </dsp:txBody>
      <dsp:txXfrm rot="5400000">
        <a:off x="4119" y="840421"/>
        <a:ext cx="3962102" cy="2521268"/>
      </dsp:txXfrm>
    </dsp:sp>
    <dsp:sp modelId="{61C0E788-DA43-4C80-A756-F02F9FAC4ADB}">
      <dsp:nvSpPr>
        <dsp:cNvPr id="0" name=""/>
        <dsp:cNvSpPr/>
      </dsp:nvSpPr>
      <dsp:spPr>
        <a:xfrm rot="16200000">
          <a:off x="4143374" y="120004"/>
          <a:ext cx="4202112" cy="3962102"/>
        </a:xfrm>
        <a:prstGeom prst="flowChartManualOperation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09550" tIns="0" rIns="210918" bIns="0" numCol="1" spcCol="1270" anchor="t" anchorCtr="0">
          <a:noAutofit/>
        </a:bodyPr>
        <a:lstStyle/>
        <a:p>
          <a:pPr lvl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PE" sz="3300" b="1" kern="1200" dirty="0"/>
            <a:t>Despliegue del Release</a:t>
          </a:r>
        </a:p>
        <a:p>
          <a:pPr marL="228600" lvl="1" indent="-228600" algn="l" defTabSz="11557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s-PE" sz="2600" kern="1200" dirty="0"/>
            <a:t>Coordinación fecha y hora del Pase a Producción</a:t>
          </a:r>
        </a:p>
        <a:p>
          <a:pPr marL="228600" lvl="1" indent="-228600" algn="l" defTabSz="11557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s-PE" sz="2600" kern="1200" dirty="0"/>
            <a:t>Conformidad del pase</a:t>
          </a:r>
        </a:p>
      </dsp:txBody>
      <dsp:txXfrm rot="5400000">
        <a:off x="4263379" y="840421"/>
        <a:ext cx="3962102" cy="2521268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EEC09DC-7684-4CE2-98FC-15A7566E07D8}">
      <dsp:nvSpPr>
        <dsp:cNvPr id="0" name=""/>
        <dsp:cNvSpPr/>
      </dsp:nvSpPr>
      <dsp:spPr>
        <a:xfrm>
          <a:off x="1984" y="0"/>
          <a:ext cx="1946895" cy="4248472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PE" sz="2000" kern="1200" dirty="0"/>
            <a:t>Inicio</a:t>
          </a:r>
        </a:p>
      </dsp:txBody>
      <dsp:txXfrm>
        <a:off x="1984" y="0"/>
        <a:ext cx="1946895" cy="1274541"/>
      </dsp:txXfrm>
    </dsp:sp>
    <dsp:sp modelId="{9CA0412A-73C5-4A79-91B7-802CCD78CCC9}">
      <dsp:nvSpPr>
        <dsp:cNvPr id="0" name=""/>
        <dsp:cNvSpPr/>
      </dsp:nvSpPr>
      <dsp:spPr>
        <a:xfrm>
          <a:off x="196673" y="1274645"/>
          <a:ext cx="1557516" cy="61891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400" tIns="19050" rIns="25400" bIns="19050" numCol="1" spcCol="1270" anchor="ctr" anchorCtr="0">
          <a:noAutofit/>
        </a:bodyPr>
        <a:lstStyle/>
        <a:p>
          <a:pPr lvl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PE" sz="1000" kern="1200" dirty="0" smtClean="0"/>
            <a:t>FP / SSI</a:t>
          </a:r>
          <a:endParaRPr lang="es-PE" sz="1000" kern="1200" dirty="0"/>
        </a:p>
      </dsp:txBody>
      <dsp:txXfrm>
        <a:off x="214800" y="1292772"/>
        <a:ext cx="1521262" cy="582657"/>
      </dsp:txXfrm>
    </dsp:sp>
    <dsp:sp modelId="{02E2CFE2-9877-4D27-BCD2-0B6DBBE9FCAE}">
      <dsp:nvSpPr>
        <dsp:cNvPr id="0" name=""/>
        <dsp:cNvSpPr/>
      </dsp:nvSpPr>
      <dsp:spPr>
        <a:xfrm>
          <a:off x="196673" y="1988774"/>
          <a:ext cx="1557516" cy="618911"/>
        </a:xfrm>
        <a:prstGeom prst="roundRect">
          <a:avLst>
            <a:gd name="adj" fmla="val 10000"/>
          </a:avLst>
        </a:prstGeom>
        <a:solidFill>
          <a:schemeClr val="accent3">
            <a:lumMod val="75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400" tIns="19050" rIns="25400" bIns="19050" numCol="1" spcCol="1270" anchor="ctr" anchorCtr="0">
          <a:noAutofit/>
        </a:bodyPr>
        <a:lstStyle/>
        <a:p>
          <a:pPr lvl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PE" sz="1000" kern="1200" dirty="0" smtClean="0"/>
            <a:t>Estimación Inicial</a:t>
          </a:r>
          <a:endParaRPr lang="es-PE" sz="1000" kern="1200" dirty="0"/>
        </a:p>
      </dsp:txBody>
      <dsp:txXfrm>
        <a:off x="214800" y="2006901"/>
        <a:ext cx="1521262" cy="582657"/>
      </dsp:txXfrm>
    </dsp:sp>
    <dsp:sp modelId="{88863EAC-886C-4884-A41F-E838F2DD7A84}">
      <dsp:nvSpPr>
        <dsp:cNvPr id="0" name=""/>
        <dsp:cNvSpPr/>
      </dsp:nvSpPr>
      <dsp:spPr>
        <a:xfrm>
          <a:off x="196673" y="2702903"/>
          <a:ext cx="1557516" cy="61891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400" tIns="19050" rIns="25400" bIns="19050" numCol="1" spcCol="1270" anchor="ctr" anchorCtr="0">
          <a:noAutofit/>
        </a:bodyPr>
        <a:lstStyle/>
        <a:p>
          <a:pPr lvl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PE" sz="1000" kern="1200" dirty="0" smtClean="0"/>
            <a:t>Acta de Inicio del Proyecto de TI</a:t>
          </a:r>
          <a:endParaRPr lang="es-PE" sz="1000" kern="1200" dirty="0"/>
        </a:p>
      </dsp:txBody>
      <dsp:txXfrm>
        <a:off x="214800" y="2721030"/>
        <a:ext cx="1521262" cy="582657"/>
      </dsp:txXfrm>
    </dsp:sp>
    <dsp:sp modelId="{56B60ABC-7204-4A2E-A1CA-AF7389E35381}">
      <dsp:nvSpPr>
        <dsp:cNvPr id="0" name=""/>
        <dsp:cNvSpPr/>
      </dsp:nvSpPr>
      <dsp:spPr>
        <a:xfrm>
          <a:off x="196673" y="3417032"/>
          <a:ext cx="1557516" cy="618911"/>
        </a:xfrm>
        <a:prstGeom prst="roundRect">
          <a:avLst>
            <a:gd name="adj" fmla="val 10000"/>
          </a:avLst>
        </a:prstGeom>
        <a:solidFill>
          <a:schemeClr val="accent3">
            <a:lumMod val="75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400" tIns="19050" rIns="25400" bIns="19050" numCol="1" spcCol="1270" anchor="ctr" anchorCtr="0">
          <a:noAutofit/>
        </a:bodyPr>
        <a:lstStyle/>
        <a:p>
          <a:pPr lvl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PE" sz="1000" kern="1200" dirty="0" smtClean="0"/>
            <a:t>Product </a:t>
          </a:r>
          <a:r>
            <a:rPr lang="es-PE" sz="1000" kern="1200" dirty="0"/>
            <a:t>Backlog</a:t>
          </a:r>
        </a:p>
      </dsp:txBody>
      <dsp:txXfrm>
        <a:off x="214800" y="3435159"/>
        <a:ext cx="1521262" cy="582657"/>
      </dsp:txXfrm>
    </dsp:sp>
    <dsp:sp modelId="{815809B6-3B7B-41A4-BDF4-51E9327CC053}">
      <dsp:nvSpPr>
        <dsp:cNvPr id="0" name=""/>
        <dsp:cNvSpPr/>
      </dsp:nvSpPr>
      <dsp:spPr>
        <a:xfrm>
          <a:off x="2094896" y="0"/>
          <a:ext cx="1946895" cy="4248472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PE" sz="2000" kern="1200" dirty="0"/>
            <a:t>Planificación</a:t>
          </a:r>
        </a:p>
      </dsp:txBody>
      <dsp:txXfrm>
        <a:off x="2094896" y="0"/>
        <a:ext cx="1946895" cy="1274541"/>
      </dsp:txXfrm>
    </dsp:sp>
    <dsp:sp modelId="{B95E6871-7C63-4CCA-86C5-583553A54070}">
      <dsp:nvSpPr>
        <dsp:cNvPr id="0" name=""/>
        <dsp:cNvSpPr/>
      </dsp:nvSpPr>
      <dsp:spPr>
        <a:xfrm>
          <a:off x="2289585" y="1274541"/>
          <a:ext cx="1557516" cy="276150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400" tIns="19050" rIns="25400" bIns="19050" numCol="1" spcCol="1270" anchor="ctr" anchorCtr="0">
          <a:noAutofit/>
        </a:bodyPr>
        <a:lstStyle/>
        <a:p>
          <a:pPr lvl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PE" sz="1000" kern="1200" dirty="0" smtClean="0"/>
            <a:t>Cronograma</a:t>
          </a:r>
          <a:endParaRPr lang="es-PE" sz="1000" kern="1200" dirty="0"/>
        </a:p>
      </dsp:txBody>
      <dsp:txXfrm>
        <a:off x="2335203" y="1320159"/>
        <a:ext cx="1466280" cy="2670270"/>
      </dsp:txXfrm>
    </dsp:sp>
    <dsp:sp modelId="{B120CB65-A0DA-4E7B-B2A8-D0FFF4F04B4E}">
      <dsp:nvSpPr>
        <dsp:cNvPr id="0" name=""/>
        <dsp:cNvSpPr/>
      </dsp:nvSpPr>
      <dsp:spPr>
        <a:xfrm>
          <a:off x="4187808" y="0"/>
          <a:ext cx="1946895" cy="4248472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PE" sz="2000" kern="1200" dirty="0"/>
            <a:t>Implementación</a:t>
          </a:r>
        </a:p>
      </dsp:txBody>
      <dsp:txXfrm>
        <a:off x="4187808" y="0"/>
        <a:ext cx="1946895" cy="1274541"/>
      </dsp:txXfrm>
    </dsp:sp>
    <dsp:sp modelId="{B9C9D36A-4FC9-44DE-B89A-D0EF297A57D8}">
      <dsp:nvSpPr>
        <dsp:cNvPr id="0" name=""/>
        <dsp:cNvSpPr/>
      </dsp:nvSpPr>
      <dsp:spPr>
        <a:xfrm>
          <a:off x="4382498" y="1275345"/>
          <a:ext cx="1557516" cy="491488"/>
        </a:xfrm>
        <a:prstGeom prst="roundRect">
          <a:avLst>
            <a:gd name="adj" fmla="val 10000"/>
          </a:avLst>
        </a:prstGeom>
        <a:solidFill>
          <a:schemeClr val="accent3">
            <a:lumMod val="75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400" tIns="19050" rIns="25400" bIns="19050" numCol="1" spcCol="1270" anchor="ctr" anchorCtr="0">
          <a:noAutofit/>
        </a:bodyPr>
        <a:lstStyle/>
        <a:p>
          <a:pPr lvl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PE" sz="1000" kern="1200" dirty="0" smtClean="0"/>
            <a:t>Product Backlog</a:t>
          </a:r>
          <a:endParaRPr lang="es-PE" sz="1000" kern="1200" dirty="0"/>
        </a:p>
      </dsp:txBody>
      <dsp:txXfrm>
        <a:off x="4396893" y="1289740"/>
        <a:ext cx="1528726" cy="462698"/>
      </dsp:txXfrm>
    </dsp:sp>
    <dsp:sp modelId="{4C8F5FDD-082C-40F3-B8BB-40011AF9EDDF}">
      <dsp:nvSpPr>
        <dsp:cNvPr id="0" name=""/>
        <dsp:cNvSpPr/>
      </dsp:nvSpPr>
      <dsp:spPr>
        <a:xfrm>
          <a:off x="4382498" y="1842448"/>
          <a:ext cx="1557516" cy="49148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400" tIns="19050" rIns="25400" bIns="19050" numCol="1" spcCol="1270" anchor="ctr" anchorCtr="0">
          <a:noAutofit/>
        </a:bodyPr>
        <a:lstStyle/>
        <a:p>
          <a:pPr lvl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PE" sz="1000" kern="1200" dirty="0" smtClean="0"/>
            <a:t>Fuentes / Scripts / Ejecutables</a:t>
          </a:r>
          <a:endParaRPr lang="es-PE" sz="1000" kern="1200" dirty="0"/>
        </a:p>
      </dsp:txBody>
      <dsp:txXfrm>
        <a:off x="4396893" y="1856843"/>
        <a:ext cx="1528726" cy="462698"/>
      </dsp:txXfrm>
    </dsp:sp>
    <dsp:sp modelId="{99EE7701-D880-4B09-98AF-84C1D6BFC24D}">
      <dsp:nvSpPr>
        <dsp:cNvPr id="0" name=""/>
        <dsp:cNvSpPr/>
      </dsp:nvSpPr>
      <dsp:spPr>
        <a:xfrm>
          <a:off x="4382498" y="2409550"/>
          <a:ext cx="1557516" cy="49148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400" tIns="19050" rIns="25400" bIns="19050" numCol="1" spcCol="1270" anchor="ctr" anchorCtr="0">
          <a:noAutofit/>
        </a:bodyPr>
        <a:lstStyle/>
        <a:p>
          <a:pPr lvl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PE" sz="1000" kern="1200" dirty="0" smtClean="0"/>
            <a:t>Diseño Técnico / Guía de Despliegue / Guías de Usuario</a:t>
          </a:r>
          <a:endParaRPr lang="es-PE" sz="1000" kern="1200" dirty="0"/>
        </a:p>
      </dsp:txBody>
      <dsp:txXfrm>
        <a:off x="4396893" y="2423945"/>
        <a:ext cx="1528726" cy="462698"/>
      </dsp:txXfrm>
    </dsp:sp>
    <dsp:sp modelId="{CC34FBBF-8FA2-4DAE-BB93-A0B7294D7BCC}">
      <dsp:nvSpPr>
        <dsp:cNvPr id="0" name=""/>
        <dsp:cNvSpPr/>
      </dsp:nvSpPr>
      <dsp:spPr>
        <a:xfrm>
          <a:off x="4382498" y="2976653"/>
          <a:ext cx="1557516" cy="49148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400" tIns="19050" rIns="25400" bIns="19050" numCol="1" spcCol="1270" anchor="ctr" anchorCtr="0">
          <a:noAutofit/>
        </a:bodyPr>
        <a:lstStyle/>
        <a:p>
          <a:pPr lvl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PE" sz="1000" kern="1200" dirty="0" smtClean="0"/>
            <a:t>Matriz de Casos de Prueba  / </a:t>
          </a:r>
          <a:r>
            <a:rPr lang="es-PE" sz="1000" kern="1200" baseline="0" dirty="0" smtClean="0">
              <a:solidFill>
                <a:srgbClr val="FF0000"/>
              </a:solidFill>
            </a:rPr>
            <a:t>OPA</a:t>
          </a:r>
          <a:endParaRPr lang="es-PE" sz="1000" kern="1200" baseline="0" dirty="0">
            <a:solidFill>
              <a:srgbClr val="FF0000"/>
            </a:solidFill>
          </a:endParaRPr>
        </a:p>
      </dsp:txBody>
      <dsp:txXfrm>
        <a:off x="4396893" y="2991048"/>
        <a:ext cx="1528726" cy="462698"/>
      </dsp:txXfrm>
    </dsp:sp>
    <dsp:sp modelId="{1F54139F-0CD4-49B1-96EB-12614C17E2BB}">
      <dsp:nvSpPr>
        <dsp:cNvPr id="0" name=""/>
        <dsp:cNvSpPr/>
      </dsp:nvSpPr>
      <dsp:spPr>
        <a:xfrm>
          <a:off x="4382498" y="3543755"/>
          <a:ext cx="1557516" cy="49148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400" tIns="19050" rIns="25400" bIns="19050" numCol="1" spcCol="1270" anchor="ctr" anchorCtr="0">
          <a:noAutofit/>
        </a:bodyPr>
        <a:lstStyle/>
        <a:p>
          <a:pPr lvl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PE" sz="1000" kern="1200" dirty="0" smtClean="0"/>
            <a:t>Correo de Conformidad del Sprint</a:t>
          </a:r>
          <a:endParaRPr lang="es-PE" sz="1000" kern="1200" dirty="0"/>
        </a:p>
      </dsp:txBody>
      <dsp:txXfrm>
        <a:off x="4396893" y="3558150"/>
        <a:ext cx="1528726" cy="462698"/>
      </dsp:txXfrm>
    </dsp:sp>
    <dsp:sp modelId="{B9C78166-7623-4FC3-84ED-AFE04235FE8A}">
      <dsp:nvSpPr>
        <dsp:cNvPr id="0" name=""/>
        <dsp:cNvSpPr/>
      </dsp:nvSpPr>
      <dsp:spPr>
        <a:xfrm>
          <a:off x="6280720" y="0"/>
          <a:ext cx="1946895" cy="4248472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PE" sz="2000" kern="1200" dirty="0"/>
            <a:t>Lanzamiento</a:t>
          </a:r>
        </a:p>
      </dsp:txBody>
      <dsp:txXfrm>
        <a:off x="6280720" y="0"/>
        <a:ext cx="1946895" cy="1274541"/>
      </dsp:txXfrm>
    </dsp:sp>
    <dsp:sp modelId="{9843B8B0-FD49-4371-B875-009B0655FD93}">
      <dsp:nvSpPr>
        <dsp:cNvPr id="0" name=""/>
        <dsp:cNvSpPr/>
      </dsp:nvSpPr>
      <dsp:spPr>
        <a:xfrm>
          <a:off x="6475410" y="1274541"/>
          <a:ext cx="1557516" cy="276150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400" tIns="19050" rIns="25400" bIns="19050" numCol="1" spcCol="1270" anchor="ctr" anchorCtr="0">
          <a:noAutofit/>
        </a:bodyPr>
        <a:lstStyle/>
        <a:p>
          <a:pPr lvl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PE" sz="1000" kern="1200" dirty="0" smtClean="0"/>
            <a:t>Correo de Conformidad del Pase a Producción</a:t>
          </a:r>
          <a:endParaRPr lang="es-PE" sz="1000" kern="1200" dirty="0"/>
        </a:p>
      </dsp:txBody>
      <dsp:txXfrm>
        <a:off x="6521028" y="1320159"/>
        <a:ext cx="1466280" cy="267027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lProcess2">
  <dgm:title val=""/>
  <dgm:desc val=""/>
  <dgm:catLst>
    <dgm:cat type="list" pri="10000"/>
    <dgm:cat type="relationship" pri="13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14" srcId="1" destId="12" srcOrd="0" destOrd="0"/>
        <dgm:cxn modelId="23" srcId="2" destId="21" srcOrd="0" destOrd="0"/>
        <dgm:cxn modelId="24" srcId="2" destId="22" srcOrd="0" destOrd="0"/>
        <dgm:cxn modelId="33" srcId="3" destId="31" srcOrd="0" destOrd="0"/>
        <dgm:cxn modelId="34" srcId="3" destId="32" srcOrd="0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theList">
    <dgm:varLst>
      <dgm:dir/>
      <dgm:animLvl val="lvl"/>
      <dgm:resizeHandles val="exact"/>
    </dgm:varLst>
    <dgm:choose name="Name0">
      <dgm:if name="Name1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ompNode" refType="w"/>
      <dgm:constr type="h" for="ch" forName="compNode" refType="h"/>
      <dgm:constr type="w" for="ch" forName="aSpace" refType="w" fact="0.075"/>
      <dgm:constr type="h" for="des" forName="aSpace2" refType="h" fact="0.1"/>
      <dgm:constr type="primFontSz" for="des" forName="textNode" op="equ"/>
      <dgm:constr type="primFontSz" for="des" forName="childNode" op="equ"/>
    </dgm:constrLst>
    <dgm:ruleLst/>
    <dgm:forEach name="aNodeForEach" axis="ch" ptType="node">
      <dgm:layoutNode name="compNode">
        <dgm:alg type="composite"/>
        <dgm:shape xmlns:r="http://schemas.openxmlformats.org/officeDocument/2006/relationships" r:blip="">
          <dgm:adjLst/>
        </dgm:shape>
        <dgm:presOf/>
        <dgm:constrLst>
          <dgm:constr type="w" for="ch" forName="aNode" refType="w"/>
          <dgm:constr type="h" for="ch" forName="aNode" refType="h"/>
          <dgm:constr type="w" for="ch" forName="textNode" refType="w"/>
          <dgm:constr type="h" for="ch" forName="textNode" refType="h" fact="0.3"/>
          <dgm:constr type="ctrX" for="ch" forName="textNode" refType="w" fact="0.5"/>
          <dgm:constr type="w" for="ch" forName="compChildNode" refType="w" fact="0.8"/>
          <dgm:constr type="h" for="ch" forName="compChildNode" refType="h" fact="0.65"/>
          <dgm:constr type="t" for="ch" forName="compChildNode" refType="h" fact="0.3"/>
          <dgm:constr type="ctrX" for="ch" forName="compChildNode" refType="w" fact="0.5"/>
        </dgm:constrLst>
        <dgm:ruleLst/>
        <dgm:layoutNode name="aNode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 axis="self"/>
          <dgm:constrLst/>
          <dgm:ruleLst/>
        </dgm:layoutNode>
        <dgm:layoutNode name="textNode" styleLbl="bgShp">
          <dgm:alg type="tx"/>
          <dgm:shape xmlns:r="http://schemas.openxmlformats.org/officeDocument/2006/relationships" type="rect" r:blip="" hideGeom="1">
            <dgm:adjLst>
              <dgm:adj idx="1" val="0.1"/>
            </dgm:adjLst>
          </dgm:shape>
          <dgm:presOf axis="self"/>
          <dgm:constrLst>
            <dgm:constr type="primFontSz" val="65"/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layoutNode name="compChildNode">
          <dgm:alg type="composite"/>
          <dgm:shape xmlns:r="http://schemas.openxmlformats.org/officeDocument/2006/relationships" r:blip="">
            <dgm:adjLst/>
          </dgm:shape>
          <dgm:presOf/>
          <dgm:constrLst>
            <dgm:constr type="w" for="des" forName="childNode" refType="w"/>
            <dgm:constr type="h" for="des" forName="childNode" refType="h"/>
          </dgm:constrLst>
          <dgm:ruleLst/>
          <dgm:layoutNode name="theInnerList">
            <dgm:alg type="lin">
              <dgm:param type="linDir" val="fromT"/>
            </dgm:alg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childNodeForEach" axis="ch" ptType="node">
              <dgm:layoutNode name="childNode" styleLbl="node1">
                <dgm:varLst>
                  <dgm:bulletEnabled val="1"/>
                </dgm:varLst>
                <dgm:alg type="tx"/>
                <dgm:shape xmlns:r="http://schemas.openxmlformats.org/officeDocument/2006/relationships" type="roundRect" r:blip="">
                  <dgm:adjLst>
                    <dgm:adj idx="1" val="0.1"/>
                  </dgm:adjLst>
                </dgm:shape>
                <dgm:presOf axis="desOrSelf" ptType="node"/>
                <dgm:constrLst>
                  <dgm:constr type="primFontSz" val="65"/>
                  <dgm:constr type="tMarg" refType="primFontSz" fact="0.15"/>
                  <dgm:constr type="bMarg" refType="primFontSz" fact="0.15"/>
                  <dgm:constr type="lMarg" refType="primFontSz" fact="0.2"/>
                  <dgm:constr type="rMarg" refType="primFontSz" fact="0.2"/>
                </dgm:constrLst>
                <dgm:ruleLst>
                  <dgm:rule type="primFontSz" val="5" fact="NaN" max="NaN"/>
                </dgm:ruleLst>
              </dgm:layoutNode>
              <dgm:choose name="Name3">
                <dgm:if name="Name4" axis="self" ptType="node" func="revPos" op="equ" val="1"/>
                <dgm:else name="Name5">
                  <dgm:layoutNode name="aSpace2">
                    <dgm:alg type="sp"/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</dgm:layoutNode>
                </dgm:else>
              </dgm:choose>
            </dgm:forEach>
          </dgm:layoutNode>
        </dgm:layoutNode>
      </dgm:layoutNode>
      <dgm:choose name="Name6">
        <dgm:if name="Name7" axis="self" ptType="node" func="revPos" op="equ" val="1"/>
        <dgm:else name="Name8">
          <dgm:layoutNode name="aSpace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List6">
  <dgm:title val=""/>
  <dgm:desc val=""/>
  <dgm:catLst>
    <dgm:cat type="list" pri="18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ptType="node" refType="h"/>
      <dgm:constr type="w" for="ch" ptType="node" refType="w"/>
      <dgm:constr type="primFontSz" for="ch" ptType="node" op="equ"/>
      <dgm:constr type="w" for="ch" forName="sibTrans" refType="w" fact="0.075"/>
    </dgm:constrLst>
    <dgm:ruleLst/>
    <dgm:forEach name="nodesForEach" axis="ch" ptType="node">
      <dgm:layoutNode name="node">
        <dgm:varLst>
          <dgm:bulletEnabled val="1"/>
        </dgm:varLst>
        <dgm:alg type="tx"/>
        <dgm:choose name="Name4">
          <dgm:if name="Name5" func="var" arg="dir" op="equ" val="norm">
            <dgm:shape xmlns:r="http://schemas.openxmlformats.org/officeDocument/2006/relationships" rot="-90" type="flowChartManualOperation" r:blip="">
              <dgm:adjLst/>
            </dgm:shape>
          </dgm:if>
          <dgm:else name="Name6">
            <dgm:shape xmlns:r="http://schemas.openxmlformats.org/officeDocument/2006/relationships" rot="90" type="flowChartManualOperation" r:blip="">
              <dgm:adjLst/>
            </dgm:shape>
          </dgm:else>
        </dgm:choose>
        <dgm:presOf axis="desOrSelf" ptType="node"/>
        <dgm:constrLst>
          <dgm:constr type="primFontSz" val="65"/>
          <dgm:constr type="tMarg"/>
          <dgm:constr type="bMarg"/>
          <dgm:constr type="lMarg" refType="primFontSz" fact="0.5"/>
          <dgm:constr type="rMarg" refType="lMarg"/>
        </dgm:constrLst>
        <dgm:ruleLst>
          <dgm:rule type="primFontSz" val="5" fact="NaN" max="NaN"/>
        </dgm:ruleLst>
      </dgm:layoutNode>
      <dgm:forEach name="sibTransForEach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hList6">
  <dgm:title val=""/>
  <dgm:desc val=""/>
  <dgm:catLst>
    <dgm:cat type="list" pri="18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ptType="node" refType="h"/>
      <dgm:constr type="w" for="ch" ptType="node" refType="w"/>
      <dgm:constr type="primFontSz" for="ch" ptType="node" op="equ"/>
      <dgm:constr type="w" for="ch" forName="sibTrans" refType="w" fact="0.075"/>
    </dgm:constrLst>
    <dgm:ruleLst/>
    <dgm:forEach name="nodesForEach" axis="ch" ptType="node">
      <dgm:layoutNode name="node">
        <dgm:varLst>
          <dgm:bulletEnabled val="1"/>
        </dgm:varLst>
        <dgm:alg type="tx"/>
        <dgm:choose name="Name4">
          <dgm:if name="Name5" func="var" arg="dir" op="equ" val="norm">
            <dgm:shape xmlns:r="http://schemas.openxmlformats.org/officeDocument/2006/relationships" rot="-90" type="flowChartManualOperation" r:blip="">
              <dgm:adjLst/>
            </dgm:shape>
          </dgm:if>
          <dgm:else name="Name6">
            <dgm:shape xmlns:r="http://schemas.openxmlformats.org/officeDocument/2006/relationships" rot="90" type="flowChartManualOperation" r:blip="">
              <dgm:adjLst/>
            </dgm:shape>
          </dgm:else>
        </dgm:choose>
        <dgm:presOf axis="desOrSelf" ptType="node"/>
        <dgm:constrLst>
          <dgm:constr type="primFontSz" val="65"/>
          <dgm:constr type="tMarg"/>
          <dgm:constr type="bMarg"/>
          <dgm:constr type="lMarg" refType="primFontSz" fact="0.5"/>
          <dgm:constr type="rMarg" refType="lMarg"/>
        </dgm:constrLst>
        <dgm:ruleLst>
          <dgm:rule type="primFontSz" val="5" fact="NaN" max="NaN"/>
        </dgm:ruleLst>
      </dgm:layoutNode>
      <dgm:forEach name="sibTransForEach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hList6">
  <dgm:title val=""/>
  <dgm:desc val=""/>
  <dgm:catLst>
    <dgm:cat type="list" pri="18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ptType="node" refType="h"/>
      <dgm:constr type="w" for="ch" ptType="node" refType="w"/>
      <dgm:constr type="primFontSz" for="ch" ptType="node" op="equ"/>
      <dgm:constr type="w" for="ch" forName="sibTrans" refType="w" fact="0.075"/>
    </dgm:constrLst>
    <dgm:ruleLst/>
    <dgm:forEach name="nodesForEach" axis="ch" ptType="node">
      <dgm:layoutNode name="node">
        <dgm:varLst>
          <dgm:bulletEnabled val="1"/>
        </dgm:varLst>
        <dgm:alg type="tx"/>
        <dgm:choose name="Name4">
          <dgm:if name="Name5" func="var" arg="dir" op="equ" val="norm">
            <dgm:shape xmlns:r="http://schemas.openxmlformats.org/officeDocument/2006/relationships" rot="-90" type="flowChartManualOperation" r:blip="">
              <dgm:adjLst/>
            </dgm:shape>
          </dgm:if>
          <dgm:else name="Name6">
            <dgm:shape xmlns:r="http://schemas.openxmlformats.org/officeDocument/2006/relationships" rot="90" type="flowChartManualOperation" r:blip="">
              <dgm:adjLst/>
            </dgm:shape>
          </dgm:else>
        </dgm:choose>
        <dgm:presOf axis="desOrSelf" ptType="node"/>
        <dgm:constrLst>
          <dgm:constr type="primFontSz" val="65"/>
          <dgm:constr type="tMarg"/>
          <dgm:constr type="bMarg"/>
          <dgm:constr type="lMarg" refType="primFontSz" fact="0.5"/>
          <dgm:constr type="rMarg" refType="lMarg"/>
        </dgm:constrLst>
        <dgm:ruleLst>
          <dgm:rule type="primFontSz" val="5" fact="NaN" max="NaN"/>
        </dgm:ruleLst>
      </dgm:layoutNode>
      <dgm:forEach name="sibTransForEach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hList6">
  <dgm:title val=""/>
  <dgm:desc val=""/>
  <dgm:catLst>
    <dgm:cat type="list" pri="18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ptType="node" refType="h"/>
      <dgm:constr type="w" for="ch" ptType="node" refType="w"/>
      <dgm:constr type="primFontSz" for="ch" ptType="node" op="equ"/>
      <dgm:constr type="w" for="ch" forName="sibTrans" refType="w" fact="0.075"/>
    </dgm:constrLst>
    <dgm:ruleLst/>
    <dgm:forEach name="nodesForEach" axis="ch" ptType="node">
      <dgm:layoutNode name="node">
        <dgm:varLst>
          <dgm:bulletEnabled val="1"/>
        </dgm:varLst>
        <dgm:alg type="tx"/>
        <dgm:choose name="Name4">
          <dgm:if name="Name5" func="var" arg="dir" op="equ" val="norm">
            <dgm:shape xmlns:r="http://schemas.openxmlformats.org/officeDocument/2006/relationships" rot="-90" type="flowChartManualOperation" r:blip="">
              <dgm:adjLst/>
            </dgm:shape>
          </dgm:if>
          <dgm:else name="Name6">
            <dgm:shape xmlns:r="http://schemas.openxmlformats.org/officeDocument/2006/relationships" rot="90" type="flowChartManualOperation" r:blip="">
              <dgm:adjLst/>
            </dgm:shape>
          </dgm:else>
        </dgm:choose>
        <dgm:presOf axis="desOrSelf" ptType="node"/>
        <dgm:constrLst>
          <dgm:constr type="primFontSz" val="65"/>
          <dgm:constr type="tMarg"/>
          <dgm:constr type="bMarg"/>
          <dgm:constr type="lMarg" refType="primFontSz" fact="0.5"/>
          <dgm:constr type="rMarg" refType="lMarg"/>
        </dgm:constrLst>
        <dgm:ruleLst>
          <dgm:rule type="primFontSz" val="5" fact="NaN" max="NaN"/>
        </dgm:ruleLst>
      </dgm:layoutNode>
      <dgm:forEach name="sibTransForEach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lProcess2">
  <dgm:title val=""/>
  <dgm:desc val=""/>
  <dgm:catLst>
    <dgm:cat type="list" pri="10000"/>
    <dgm:cat type="relationship" pri="13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14" srcId="1" destId="12" srcOrd="0" destOrd="0"/>
        <dgm:cxn modelId="23" srcId="2" destId="21" srcOrd="0" destOrd="0"/>
        <dgm:cxn modelId="24" srcId="2" destId="22" srcOrd="0" destOrd="0"/>
        <dgm:cxn modelId="33" srcId="3" destId="31" srcOrd="0" destOrd="0"/>
        <dgm:cxn modelId="34" srcId="3" destId="32" srcOrd="0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theList">
    <dgm:varLst>
      <dgm:dir/>
      <dgm:animLvl val="lvl"/>
      <dgm:resizeHandles val="exact"/>
    </dgm:varLst>
    <dgm:choose name="Name0">
      <dgm:if name="Name1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ompNode" refType="w"/>
      <dgm:constr type="h" for="ch" forName="compNode" refType="h"/>
      <dgm:constr type="w" for="ch" forName="aSpace" refType="w" fact="0.075"/>
      <dgm:constr type="h" for="des" forName="aSpace2" refType="h" fact="0.1"/>
      <dgm:constr type="primFontSz" for="des" forName="textNode" op="equ"/>
      <dgm:constr type="primFontSz" for="des" forName="childNode" op="equ"/>
    </dgm:constrLst>
    <dgm:ruleLst/>
    <dgm:forEach name="aNodeForEach" axis="ch" ptType="node">
      <dgm:layoutNode name="compNode">
        <dgm:alg type="composite"/>
        <dgm:shape xmlns:r="http://schemas.openxmlformats.org/officeDocument/2006/relationships" r:blip="">
          <dgm:adjLst/>
        </dgm:shape>
        <dgm:presOf/>
        <dgm:constrLst>
          <dgm:constr type="w" for="ch" forName="aNode" refType="w"/>
          <dgm:constr type="h" for="ch" forName="aNode" refType="h"/>
          <dgm:constr type="w" for="ch" forName="textNode" refType="w"/>
          <dgm:constr type="h" for="ch" forName="textNode" refType="h" fact="0.3"/>
          <dgm:constr type="ctrX" for="ch" forName="textNode" refType="w" fact="0.5"/>
          <dgm:constr type="w" for="ch" forName="compChildNode" refType="w" fact="0.8"/>
          <dgm:constr type="h" for="ch" forName="compChildNode" refType="h" fact="0.65"/>
          <dgm:constr type="t" for="ch" forName="compChildNode" refType="h" fact="0.3"/>
          <dgm:constr type="ctrX" for="ch" forName="compChildNode" refType="w" fact="0.5"/>
        </dgm:constrLst>
        <dgm:ruleLst/>
        <dgm:layoutNode name="aNode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 axis="self"/>
          <dgm:constrLst/>
          <dgm:ruleLst/>
        </dgm:layoutNode>
        <dgm:layoutNode name="textNode" styleLbl="bgShp">
          <dgm:alg type="tx"/>
          <dgm:shape xmlns:r="http://schemas.openxmlformats.org/officeDocument/2006/relationships" type="rect" r:blip="" hideGeom="1">
            <dgm:adjLst>
              <dgm:adj idx="1" val="0.1"/>
            </dgm:adjLst>
          </dgm:shape>
          <dgm:presOf axis="self"/>
          <dgm:constrLst>
            <dgm:constr type="primFontSz" val="65"/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layoutNode name="compChildNode">
          <dgm:alg type="composite"/>
          <dgm:shape xmlns:r="http://schemas.openxmlformats.org/officeDocument/2006/relationships" r:blip="">
            <dgm:adjLst/>
          </dgm:shape>
          <dgm:presOf/>
          <dgm:constrLst>
            <dgm:constr type="w" for="des" forName="childNode" refType="w"/>
            <dgm:constr type="h" for="des" forName="childNode" refType="h"/>
          </dgm:constrLst>
          <dgm:ruleLst/>
          <dgm:layoutNode name="theInnerList">
            <dgm:alg type="lin">
              <dgm:param type="linDir" val="fromT"/>
            </dgm:alg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childNodeForEach" axis="ch" ptType="node">
              <dgm:layoutNode name="childNode" styleLbl="node1">
                <dgm:varLst>
                  <dgm:bulletEnabled val="1"/>
                </dgm:varLst>
                <dgm:alg type="tx"/>
                <dgm:shape xmlns:r="http://schemas.openxmlformats.org/officeDocument/2006/relationships" type="roundRect" r:blip="">
                  <dgm:adjLst>
                    <dgm:adj idx="1" val="0.1"/>
                  </dgm:adjLst>
                </dgm:shape>
                <dgm:presOf axis="desOrSelf" ptType="node"/>
                <dgm:constrLst>
                  <dgm:constr type="primFontSz" val="65"/>
                  <dgm:constr type="tMarg" refType="primFontSz" fact="0.15"/>
                  <dgm:constr type="bMarg" refType="primFontSz" fact="0.15"/>
                  <dgm:constr type="lMarg" refType="primFontSz" fact="0.2"/>
                  <dgm:constr type="rMarg" refType="primFontSz" fact="0.2"/>
                </dgm:constrLst>
                <dgm:ruleLst>
                  <dgm:rule type="primFontSz" val="5" fact="NaN" max="NaN"/>
                </dgm:ruleLst>
              </dgm:layoutNode>
              <dgm:choose name="Name3">
                <dgm:if name="Name4" axis="self" ptType="node" func="revPos" op="equ" val="1"/>
                <dgm:else name="Name5">
                  <dgm:layoutNode name="aSpace2">
                    <dgm:alg type="sp"/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</dgm:layoutNode>
                </dgm:else>
              </dgm:choose>
            </dgm:forEach>
          </dgm:layoutNode>
        </dgm:layoutNode>
      </dgm:layoutNode>
      <dgm:choose name="Name6">
        <dgm:if name="Name7" axis="self" ptType="node" func="revPos" op="equ" val="1"/>
        <dgm:else name="Name8">
          <dgm:layoutNode name="aSpace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3d2">
  <dgm:title val=""/>
  <dgm:desc val=""/>
  <dgm:catLst>
    <dgm:cat type="3D" pri="11200"/>
  </dgm:catLst>
  <dgm:scene3d>
    <a:camera prst="orthographicFront"/>
    <a:lightRig rig="threePt" dir="t"/>
  </dgm:scene3d>
  <dgm:styleLbl name="node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tx1"/>
      </a:fontRef>
    </dgm:style>
  </dgm:styleLbl>
  <dgm:styleLbl name="aling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>
        <a:rot lat="0" lon="0" rev="7500000"/>
      </a:lightRig>
    </dgm:scene3d>
    <dgm:sp3d z="2540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>
        <a:rot lat="0" lon="0" rev="7500000"/>
      </a:lightRig>
    </dgm:scene3d>
    <dgm:sp3d z="-1524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>
        <a:rot lat="0" lon="0" rev="7500000"/>
      </a:lightRig>
    </dgm:scene3d>
    <dgm:sp3d z="-700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>
        <a:rot lat="0" lon="0" rev="7500000"/>
      </a:lightRig>
    </dgm:scene3d>
    <dgm:sp3d z="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>
        <a:rot lat="0" lon="0" rev="7500000"/>
      </a:lightRig>
    </dgm:scene3d>
    <dgm:sp3d z="-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>
        <a:rot lat="0" lon="0" rev="7500000"/>
      </a:lightRig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>
        <a:rot lat="0" lon="0" rev="7500000"/>
      </a:lightRig>
    </dgm:scene3d>
    <dgm:sp3d extrusionH="190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>
        <a:rot lat="0" lon="0" rev="7500000"/>
      </a:lightRig>
    </dgm:scene3d>
    <dgm:sp3d prstMaterial="plastic">
      <a:bevelT w="127000" h="3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2445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0800" h="190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bevelB w="120650" h="571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>
        <a:rot lat="0" lon="0" rev="7500000"/>
      </a:lightRig>
    </dgm:scene3d>
    <dgm:sp3d z="-152400" extrusionH="63500" prstMaterial="matte">
      <a:bevelT w="144450" h="6350" prst="relaxedInset"/>
      <a:contourClr>
        <a:schemeClr val="bg1"/>
      </a:contourClr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  <a:bevelB w="88900" h="121750" prst="angle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trBgShp">
    <dgm:scene3d>
      <a:camera prst="orthographicFront"/>
      <a:lightRig rig="threePt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3d2">
  <dgm:title val=""/>
  <dgm:desc val=""/>
  <dgm:catLst>
    <dgm:cat type="3D" pri="11200"/>
  </dgm:catLst>
  <dgm:scene3d>
    <a:camera prst="orthographicFront"/>
    <a:lightRig rig="threePt" dir="t"/>
  </dgm:scene3d>
  <dgm:styleLbl name="node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tx1"/>
      </a:fontRef>
    </dgm:style>
  </dgm:styleLbl>
  <dgm:styleLbl name="aling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>
        <a:rot lat="0" lon="0" rev="7500000"/>
      </a:lightRig>
    </dgm:scene3d>
    <dgm:sp3d z="2540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>
        <a:rot lat="0" lon="0" rev="7500000"/>
      </a:lightRig>
    </dgm:scene3d>
    <dgm:sp3d z="-1524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>
        <a:rot lat="0" lon="0" rev="7500000"/>
      </a:lightRig>
    </dgm:scene3d>
    <dgm:sp3d z="-700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>
        <a:rot lat="0" lon="0" rev="7500000"/>
      </a:lightRig>
    </dgm:scene3d>
    <dgm:sp3d z="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>
        <a:rot lat="0" lon="0" rev="7500000"/>
      </a:lightRig>
    </dgm:scene3d>
    <dgm:sp3d z="-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>
        <a:rot lat="0" lon="0" rev="7500000"/>
      </a:lightRig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>
        <a:rot lat="0" lon="0" rev="7500000"/>
      </a:lightRig>
    </dgm:scene3d>
    <dgm:sp3d extrusionH="190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>
        <a:rot lat="0" lon="0" rev="7500000"/>
      </a:lightRig>
    </dgm:scene3d>
    <dgm:sp3d prstMaterial="plastic">
      <a:bevelT w="127000" h="3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2445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0800" h="190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bevelB w="120650" h="571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>
        <a:rot lat="0" lon="0" rev="7500000"/>
      </a:lightRig>
    </dgm:scene3d>
    <dgm:sp3d z="-152400" extrusionH="63500" prstMaterial="matte">
      <a:bevelT w="144450" h="6350" prst="relaxedInset"/>
      <a:contourClr>
        <a:schemeClr val="bg1"/>
      </a:contourClr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  <a:bevelB w="88900" h="121750" prst="angle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trBgShp">
    <dgm:scene3d>
      <a:camera prst="orthographicFront"/>
      <a:lightRig rig="threePt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3d2">
  <dgm:title val=""/>
  <dgm:desc val=""/>
  <dgm:catLst>
    <dgm:cat type="3D" pri="11200"/>
  </dgm:catLst>
  <dgm:scene3d>
    <a:camera prst="orthographicFront"/>
    <a:lightRig rig="threePt" dir="t"/>
  </dgm:scene3d>
  <dgm:styleLbl name="node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tx1"/>
      </a:fontRef>
    </dgm:style>
  </dgm:styleLbl>
  <dgm:styleLbl name="aling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>
        <a:rot lat="0" lon="0" rev="7500000"/>
      </a:lightRig>
    </dgm:scene3d>
    <dgm:sp3d z="2540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>
        <a:rot lat="0" lon="0" rev="7500000"/>
      </a:lightRig>
    </dgm:scene3d>
    <dgm:sp3d z="-1524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>
        <a:rot lat="0" lon="0" rev="7500000"/>
      </a:lightRig>
    </dgm:scene3d>
    <dgm:sp3d z="-700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>
        <a:rot lat="0" lon="0" rev="7500000"/>
      </a:lightRig>
    </dgm:scene3d>
    <dgm:sp3d z="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>
        <a:rot lat="0" lon="0" rev="7500000"/>
      </a:lightRig>
    </dgm:scene3d>
    <dgm:sp3d z="-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>
        <a:rot lat="0" lon="0" rev="7500000"/>
      </a:lightRig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>
        <a:rot lat="0" lon="0" rev="7500000"/>
      </a:lightRig>
    </dgm:scene3d>
    <dgm:sp3d extrusionH="190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>
        <a:rot lat="0" lon="0" rev="7500000"/>
      </a:lightRig>
    </dgm:scene3d>
    <dgm:sp3d prstMaterial="plastic">
      <a:bevelT w="127000" h="3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2445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0800" h="190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bevelB w="120650" h="571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>
        <a:rot lat="0" lon="0" rev="7500000"/>
      </a:lightRig>
    </dgm:scene3d>
    <dgm:sp3d z="-152400" extrusionH="63500" prstMaterial="matte">
      <a:bevelT w="144450" h="6350" prst="relaxedInset"/>
      <a:contourClr>
        <a:schemeClr val="bg1"/>
      </a:contourClr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  <a:bevelB w="88900" h="121750" prst="angle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trBgShp">
    <dgm:scene3d>
      <a:camera prst="orthographicFront"/>
      <a:lightRig rig="threePt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3d2">
  <dgm:title val=""/>
  <dgm:desc val=""/>
  <dgm:catLst>
    <dgm:cat type="3D" pri="11200"/>
  </dgm:catLst>
  <dgm:scene3d>
    <a:camera prst="orthographicFront"/>
    <a:lightRig rig="threePt" dir="t"/>
  </dgm:scene3d>
  <dgm:styleLbl name="node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tx1"/>
      </a:fontRef>
    </dgm:style>
  </dgm:styleLbl>
  <dgm:styleLbl name="aling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>
        <a:rot lat="0" lon="0" rev="7500000"/>
      </a:lightRig>
    </dgm:scene3d>
    <dgm:sp3d z="2540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>
        <a:rot lat="0" lon="0" rev="7500000"/>
      </a:lightRig>
    </dgm:scene3d>
    <dgm:sp3d z="-1524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>
        <a:rot lat="0" lon="0" rev="7500000"/>
      </a:lightRig>
    </dgm:scene3d>
    <dgm:sp3d z="-700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>
        <a:rot lat="0" lon="0" rev="7500000"/>
      </a:lightRig>
    </dgm:scene3d>
    <dgm:sp3d z="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>
        <a:rot lat="0" lon="0" rev="7500000"/>
      </a:lightRig>
    </dgm:scene3d>
    <dgm:sp3d z="-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>
        <a:rot lat="0" lon="0" rev="7500000"/>
      </a:lightRig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>
        <a:rot lat="0" lon="0" rev="7500000"/>
      </a:lightRig>
    </dgm:scene3d>
    <dgm:sp3d extrusionH="190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>
        <a:rot lat="0" lon="0" rev="7500000"/>
      </a:lightRig>
    </dgm:scene3d>
    <dgm:sp3d prstMaterial="plastic">
      <a:bevelT w="127000" h="3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2445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0800" h="190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bevelB w="120650" h="571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>
        <a:rot lat="0" lon="0" rev="7500000"/>
      </a:lightRig>
    </dgm:scene3d>
    <dgm:sp3d z="-152400" extrusionH="63500" prstMaterial="matte">
      <a:bevelT w="144450" h="6350" prst="relaxedInset"/>
      <a:contourClr>
        <a:schemeClr val="bg1"/>
      </a:contourClr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  <a:bevelB w="88900" h="121750" prst="angle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trBgShp">
    <dgm:scene3d>
      <a:camera prst="orthographicFront"/>
      <a:lightRig rig="threePt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1" y="0"/>
            <a:ext cx="3004579" cy="46188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090" tIns="46046" rIns="92090" bIns="46046" numCol="1" anchor="t" anchorCtr="0" compatLnSpc="1">
            <a:prstTxWarp prst="textNoShape">
              <a:avLst/>
            </a:prstTxWarp>
          </a:bodyPr>
          <a:lstStyle>
            <a:lvl1pPr defTabSz="920692">
              <a:defRPr sz="1200"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68611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50218" y="0"/>
            <a:ext cx="3004579" cy="46188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090" tIns="46046" rIns="92090" bIns="46046" numCol="1" anchor="t" anchorCtr="0" compatLnSpc="1">
            <a:prstTxWarp prst="textNoShape">
              <a:avLst/>
            </a:prstTxWarp>
          </a:bodyPr>
          <a:lstStyle>
            <a:lvl1pPr algn="r" defTabSz="920692">
              <a:defRPr sz="1200"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68612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1" y="9437766"/>
            <a:ext cx="3004579" cy="46188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090" tIns="46046" rIns="92090" bIns="46046" numCol="1" anchor="b" anchorCtr="0" compatLnSpc="1">
            <a:prstTxWarp prst="textNoShape">
              <a:avLst/>
            </a:prstTxWarp>
          </a:bodyPr>
          <a:lstStyle>
            <a:lvl1pPr defTabSz="920692">
              <a:defRPr sz="1200"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68613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50218" y="9437766"/>
            <a:ext cx="3004579" cy="46188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090" tIns="46046" rIns="92090" bIns="46046" numCol="1" anchor="b" anchorCtr="0" compatLnSpc="1">
            <a:prstTxWarp prst="textNoShape">
              <a:avLst/>
            </a:prstTxWarp>
          </a:bodyPr>
          <a:lstStyle>
            <a:lvl1pPr algn="r" defTabSz="920692">
              <a:defRPr sz="1200"/>
            </a:lvl1pPr>
          </a:lstStyle>
          <a:p>
            <a:pPr>
              <a:defRPr/>
            </a:pPr>
            <a:fld id="{B0F8CCFB-0EF2-4D5A-B95D-496938CCC65E}" type="slidenum">
              <a:rPr lang="es-ES"/>
              <a:pPr>
                <a:defRPr/>
              </a:pPr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15213132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1"/>
            <a:ext cx="2970947" cy="49680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090" tIns="46046" rIns="92090" bIns="46046" numCol="1" anchor="t" anchorCtr="0" compatLnSpc="1">
            <a:prstTxWarp prst="textNoShape">
              <a:avLst/>
            </a:prstTxWarp>
          </a:bodyPr>
          <a:lstStyle>
            <a:lvl1pPr defTabSz="920692">
              <a:defRPr sz="1200"/>
            </a:lvl1pPr>
          </a:lstStyle>
          <a:p>
            <a:pPr>
              <a:defRPr/>
            </a:pPr>
            <a:endParaRPr lang="es-MX"/>
          </a:p>
        </p:txBody>
      </p:sp>
      <p:sp>
        <p:nvSpPr>
          <p:cNvPr id="1741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5452" y="1"/>
            <a:ext cx="2970947" cy="49680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090" tIns="46046" rIns="92090" bIns="46046" numCol="1" anchor="t" anchorCtr="0" compatLnSpc="1">
            <a:prstTxWarp prst="textNoShape">
              <a:avLst/>
            </a:prstTxWarp>
          </a:bodyPr>
          <a:lstStyle>
            <a:lvl1pPr algn="r" defTabSz="920692">
              <a:defRPr sz="1200"/>
            </a:lvl1pPr>
          </a:lstStyle>
          <a:p>
            <a:pPr>
              <a:defRPr/>
            </a:pPr>
            <a:endParaRPr lang="es-MX"/>
          </a:p>
        </p:txBody>
      </p:sp>
      <p:sp>
        <p:nvSpPr>
          <p:cNvPr id="717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47738" y="744538"/>
            <a:ext cx="4962525" cy="37211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741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481" y="4715710"/>
            <a:ext cx="5487041" cy="44665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090" tIns="46046" rIns="92090" bIns="46046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s-MX" noProof="0"/>
              <a:t>Haga clic para modificar el estilo de texto del patrón</a:t>
            </a:r>
          </a:p>
          <a:p>
            <a:pPr lvl="1"/>
            <a:r>
              <a:rPr lang="es-MX" noProof="0"/>
              <a:t>Segundo nivel</a:t>
            </a:r>
          </a:p>
          <a:p>
            <a:pPr lvl="2"/>
            <a:r>
              <a:rPr lang="es-MX" noProof="0"/>
              <a:t>Tercer nivel</a:t>
            </a:r>
          </a:p>
          <a:p>
            <a:pPr lvl="3"/>
            <a:r>
              <a:rPr lang="es-MX" noProof="0"/>
              <a:t>Cuarto nivel</a:t>
            </a:r>
          </a:p>
          <a:p>
            <a:pPr lvl="4"/>
            <a:r>
              <a:rPr lang="es-MX" noProof="0"/>
              <a:t>Quinto nivel</a:t>
            </a:r>
          </a:p>
        </p:txBody>
      </p:sp>
      <p:sp>
        <p:nvSpPr>
          <p:cNvPr id="1741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426656"/>
            <a:ext cx="2970947" cy="4983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090" tIns="46046" rIns="92090" bIns="46046" numCol="1" anchor="b" anchorCtr="0" compatLnSpc="1">
            <a:prstTxWarp prst="textNoShape">
              <a:avLst/>
            </a:prstTxWarp>
          </a:bodyPr>
          <a:lstStyle>
            <a:lvl1pPr defTabSz="920692">
              <a:defRPr sz="1200"/>
            </a:lvl1pPr>
          </a:lstStyle>
          <a:p>
            <a:pPr>
              <a:defRPr/>
            </a:pPr>
            <a:endParaRPr lang="es-MX"/>
          </a:p>
        </p:txBody>
      </p:sp>
      <p:sp>
        <p:nvSpPr>
          <p:cNvPr id="1741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5452" y="9426656"/>
            <a:ext cx="2970947" cy="4983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090" tIns="46046" rIns="92090" bIns="46046" numCol="1" anchor="b" anchorCtr="0" compatLnSpc="1">
            <a:prstTxWarp prst="textNoShape">
              <a:avLst/>
            </a:prstTxWarp>
          </a:bodyPr>
          <a:lstStyle>
            <a:lvl1pPr algn="r" defTabSz="920692">
              <a:defRPr sz="1200"/>
            </a:lvl1pPr>
          </a:lstStyle>
          <a:p>
            <a:pPr>
              <a:defRPr/>
            </a:pPr>
            <a:fld id="{8C4E8C7D-82C2-4058-87AE-B4656323C950}" type="slidenum">
              <a:rPr lang="es-MX"/>
              <a:pPr>
                <a:defRPr/>
              </a:pPr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48873540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7"/>
          <p:cNvSpPr>
            <a:spLocks noChangeArrowheads="1"/>
          </p:cNvSpPr>
          <p:nvPr/>
        </p:nvSpPr>
        <p:spPr bwMode="auto">
          <a:xfrm>
            <a:off x="0" y="3157538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>
              <a:defRPr/>
            </a:pPr>
            <a:endParaRPr lang="es-PE"/>
          </a:p>
        </p:txBody>
      </p:sp>
      <p:sp>
        <p:nvSpPr>
          <p:cNvPr id="15362" name="Rectangle 2"/>
          <p:cNvSpPr>
            <a:spLocks noGrp="1" noChangeArrowheads="1"/>
          </p:cNvSpPr>
          <p:nvPr>
            <p:ph type="ctrTitle"/>
          </p:nvPr>
        </p:nvSpPr>
        <p:spPr>
          <a:xfrm>
            <a:off x="714348" y="2857496"/>
            <a:ext cx="7623175" cy="836613"/>
          </a:xfrm>
        </p:spPr>
        <p:txBody>
          <a:bodyPr/>
          <a:lstStyle>
            <a:lvl1pPr algn="ctr">
              <a:defRPr sz="4200" b="1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defRPr>
            </a:lvl1pPr>
          </a:lstStyle>
          <a:p>
            <a:r>
              <a:rPr lang="es-MX" altLang="en-US" dirty="0"/>
              <a:t>Haga clic para cambiar el estilo de título	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1071546"/>
            <a:ext cx="8229600" cy="642942"/>
          </a:xfrm>
        </p:spPr>
        <p:txBody>
          <a:bodyPr/>
          <a:lstStyle>
            <a:lvl1pPr>
              <a:defRPr sz="4000" b="1">
                <a:solidFill>
                  <a:schemeClr val="tx2"/>
                </a:solidFill>
              </a:defRPr>
            </a:lvl1pPr>
          </a:lstStyle>
          <a:p>
            <a:r>
              <a:rPr lang="es-ES" dirty="0"/>
              <a:t>Haga clic para modificar</a:t>
            </a:r>
            <a:endParaRPr lang="es-PE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57200" y="1928802"/>
            <a:ext cx="8229600" cy="4202123"/>
          </a:xfrm>
        </p:spPr>
        <p:txBody>
          <a:bodyPr/>
          <a:lstStyle/>
          <a:p>
            <a:pPr lvl="0"/>
            <a:r>
              <a:rPr lang="es-ES" dirty="0"/>
              <a:t>Haga clic para modificar el estilo de texto del patrón</a:t>
            </a:r>
          </a:p>
          <a:p>
            <a:pPr lvl="1"/>
            <a:r>
              <a:rPr lang="es-ES" dirty="0"/>
              <a:t>Segundo nivel</a:t>
            </a:r>
          </a:p>
          <a:p>
            <a:pPr lvl="2"/>
            <a:r>
              <a:rPr lang="es-ES" dirty="0"/>
              <a:t>Tercer nivel</a:t>
            </a:r>
          </a:p>
          <a:p>
            <a:pPr lvl="3"/>
            <a:r>
              <a:rPr lang="es-ES" dirty="0"/>
              <a:t>Cuarto nivel</a:t>
            </a:r>
          </a:p>
          <a:p>
            <a:pPr lvl="4"/>
            <a:r>
              <a:rPr lang="es-ES" dirty="0"/>
              <a:t>Quinto nivel</a:t>
            </a:r>
            <a:endParaRPr lang="es-PE" dirty="0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MX" alt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MX" alt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1298FF7-40DA-44CA-B314-7D7C0DE6D8A6}" type="slidenum">
              <a:rPr lang="es-MX" altLang="en-US"/>
              <a:pPr>
                <a:defRPr/>
              </a:pPr>
              <a:t>‹Nº›</a:t>
            </a:fld>
            <a:endParaRPr lang="es-MX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28596" y="1071546"/>
            <a:ext cx="8229600" cy="925511"/>
          </a:xfrm>
        </p:spPr>
        <p:txBody>
          <a:bodyPr/>
          <a:lstStyle>
            <a:lvl1pPr>
              <a:defRPr sz="4000" b="1">
                <a:solidFill>
                  <a:schemeClr val="tx2"/>
                </a:solidFill>
              </a:defRPr>
            </a:lvl1pPr>
          </a:lstStyle>
          <a:p>
            <a:r>
              <a:rPr lang="es-ES" dirty="0"/>
              <a:t>Haga clic para modificar</a:t>
            </a:r>
            <a:endParaRPr lang="es-PE" dirty="0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457200" y="2000240"/>
            <a:ext cx="4038600" cy="413068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 dirty="0"/>
              <a:t>Haga clic para modificar el estilo de texto del patrón</a:t>
            </a:r>
          </a:p>
          <a:p>
            <a:pPr lvl="1"/>
            <a:r>
              <a:rPr lang="es-ES" dirty="0"/>
              <a:t>Segundo nivel</a:t>
            </a:r>
          </a:p>
          <a:p>
            <a:pPr lvl="2"/>
            <a:r>
              <a:rPr lang="es-ES" dirty="0"/>
              <a:t>Tercer nivel</a:t>
            </a:r>
          </a:p>
          <a:p>
            <a:pPr lvl="3"/>
            <a:r>
              <a:rPr lang="es-ES" dirty="0"/>
              <a:t>Cuarto nivel</a:t>
            </a:r>
          </a:p>
          <a:p>
            <a:pPr lvl="4"/>
            <a:r>
              <a:rPr lang="es-ES" dirty="0"/>
              <a:t>Quinto nivel</a:t>
            </a:r>
            <a:endParaRPr lang="es-PE" dirty="0"/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648200" y="2000240"/>
            <a:ext cx="4038600" cy="413068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MX" alt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MX" alt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0ACF5EC-7DEF-4F50-8AD6-D4B34FA457EC}" type="slidenum">
              <a:rPr lang="es-MX" altLang="en-US"/>
              <a:pPr>
                <a:defRPr/>
              </a:pPr>
              <a:t>‹Nº›</a:t>
            </a:fld>
            <a:endParaRPr lang="es-MX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jpg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85775" y="1016000"/>
            <a:ext cx="8229600" cy="7858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s-MX" altLang="en-US" dirty="0"/>
              <a:t>Haga clic para cambiar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857375"/>
            <a:ext cx="8229600" cy="427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s-MX" altLang="en-US"/>
              <a:t>Haga clic para modificar el estilo de texto del patrón</a:t>
            </a:r>
          </a:p>
          <a:p>
            <a:pPr lvl="1"/>
            <a:r>
              <a:rPr lang="es-MX" altLang="en-US"/>
              <a:t>Segundo nivel</a:t>
            </a:r>
          </a:p>
          <a:p>
            <a:pPr lvl="2"/>
            <a:r>
              <a:rPr lang="es-MX" altLang="en-US"/>
              <a:t>Tercer nivel</a:t>
            </a:r>
          </a:p>
          <a:p>
            <a:pPr lvl="3"/>
            <a:r>
              <a:rPr lang="es-MX" altLang="en-US"/>
              <a:t>Cuarto nivel</a:t>
            </a:r>
          </a:p>
          <a:p>
            <a:pPr lvl="4"/>
            <a:r>
              <a:rPr lang="es-MX" altLang="en-US"/>
              <a:t>Quinto nivel</a:t>
            </a:r>
          </a:p>
        </p:txBody>
      </p:sp>
      <p:sp>
        <p:nvSpPr>
          <p:cNvPr id="14340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3638"/>
            <a:ext cx="2133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+mj-lt"/>
              </a:defRPr>
            </a:lvl1pPr>
          </a:lstStyle>
          <a:p>
            <a:pPr>
              <a:defRPr/>
            </a:pPr>
            <a:endParaRPr lang="es-MX" altLang="en-US"/>
          </a:p>
        </p:txBody>
      </p:sp>
      <p:sp>
        <p:nvSpPr>
          <p:cNvPr id="14341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>
              <a:defRPr sz="1200">
                <a:latin typeface="+mj-lt"/>
              </a:defRPr>
            </a:lvl1pPr>
          </a:lstStyle>
          <a:p>
            <a:pPr>
              <a:defRPr/>
            </a:pPr>
            <a:endParaRPr lang="es-MX" altLang="en-US"/>
          </a:p>
        </p:txBody>
      </p:sp>
      <p:sp>
        <p:nvSpPr>
          <p:cNvPr id="14342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934200" y="6324600"/>
            <a:ext cx="2133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+mj-lt"/>
              </a:defRPr>
            </a:lvl1pPr>
          </a:lstStyle>
          <a:p>
            <a:pPr>
              <a:defRPr/>
            </a:pPr>
            <a:fld id="{30FE29AB-072A-4776-9DB6-0FD4EF633E7D}" type="slidenum">
              <a:rPr lang="es-MX" altLang="en-US"/>
              <a:pPr>
                <a:defRPr/>
              </a:pPr>
              <a:t>‹Nº›</a:t>
            </a:fld>
            <a:endParaRPr lang="es-MX" altLang="en-US"/>
          </a:p>
        </p:txBody>
      </p:sp>
      <p:pic>
        <p:nvPicPr>
          <p:cNvPr id="2" name="Imagen 1"/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93916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88" r:id="rId1"/>
    <p:sldLayoutId id="2147483686" r:id="rId2"/>
    <p:sldLayoutId id="2147483687" r:id="rId3"/>
  </p:sldLayoutIdLst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tx2"/>
          </a:solidFill>
          <a:latin typeface="Garamond" pitchFamily="18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tx2"/>
          </a:solidFill>
          <a:latin typeface="Garamond" pitchFamily="18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tx2"/>
          </a:solidFill>
          <a:latin typeface="Garamond" pitchFamily="18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tx2"/>
          </a:solidFill>
          <a:latin typeface="Garamond" pitchFamily="18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itchFamily="18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itchFamily="18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itchFamily="18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65000"/>
        <a:buFont typeface="Wingdings" pitchFamily="2" charset="2"/>
        <a:buChar char="n"/>
        <a:defRPr sz="3000">
          <a:solidFill>
            <a:schemeClr val="tx1"/>
          </a:solidFill>
          <a:latin typeface="+mn-lt"/>
          <a:ea typeface="+mn-ea"/>
          <a:cs typeface="+mn-cs"/>
        </a:defRPr>
      </a:lvl1pPr>
      <a:lvl2pPr marL="669925" indent="-325438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60000"/>
        <a:buFont typeface="Wingdings" pitchFamily="2" charset="2"/>
        <a:buChar char="q"/>
        <a:defRPr sz="2600">
          <a:solidFill>
            <a:schemeClr val="tx1"/>
          </a:solidFill>
          <a:latin typeface="+mn-lt"/>
        </a:defRPr>
      </a:lvl2pPr>
      <a:lvl3pPr marL="1022350" indent="-350838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65000"/>
        <a:buFont typeface="Wingdings" pitchFamily="2" charset="2"/>
        <a:buChar char="n"/>
        <a:defRPr sz="2200">
          <a:solidFill>
            <a:schemeClr val="tx1"/>
          </a:solidFill>
          <a:latin typeface="+mn-lt"/>
        </a:defRPr>
      </a:lvl3pPr>
      <a:lvl4pPr marL="1339850" indent="-315913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itchFamily="2" charset="2"/>
        <a:buChar char="q"/>
        <a:defRPr sz="2000">
          <a:solidFill>
            <a:schemeClr val="tx1"/>
          </a:solidFill>
          <a:latin typeface="+mn-lt"/>
        </a:defRPr>
      </a:lvl4pPr>
      <a:lvl5pPr marL="1681163" indent="-339725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5pPr>
      <a:lvl6pPr marL="2138363" indent="-339725" algn="l" rtl="0" fontAlgn="base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6pPr>
      <a:lvl7pPr marL="2595563" indent="-339725" algn="l" rtl="0" fontAlgn="base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7pPr>
      <a:lvl8pPr marL="3052763" indent="-339725" algn="l" rtl="0" fontAlgn="base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8pPr>
      <a:lvl9pPr marL="3509963" indent="-339725" algn="l" rtl="0" fontAlgn="base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9pPr>
    </p:bodyStyle>
    <p:otherStyle>
      <a:defPPr>
        <a:defRPr lang="es-P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jpeg"/><Relationship Id="rId3" Type="http://schemas.openxmlformats.org/officeDocument/2006/relationships/diagramLayout" Target="../diagrams/layout1.xml"/><Relationship Id="rId7" Type="http://schemas.openxmlformats.org/officeDocument/2006/relationships/image" Target="../media/image2.png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Relationship Id="rId9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jpeg"/><Relationship Id="rId3" Type="http://schemas.openxmlformats.org/officeDocument/2006/relationships/diagramLayout" Target="../diagrams/layout6.xml"/><Relationship Id="rId7" Type="http://schemas.openxmlformats.org/officeDocument/2006/relationships/image" Target="../media/image2.png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PE" dirty="0" smtClean="0"/>
              <a:t>Nueva Metodología de Gestión y Desarrollo </a:t>
            </a:r>
            <a:r>
              <a:rPr lang="es-PE" smtClean="0"/>
              <a:t>de Proyectos BCRP</a:t>
            </a:r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051174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PE" sz="2800" dirty="0"/>
              <a:t>Fases de la Metodología de Desarrollo BCRP</a:t>
            </a:r>
          </a:p>
        </p:txBody>
      </p:sp>
      <p:graphicFrame>
        <p:nvGraphicFramePr>
          <p:cNvPr id="5" name="Marcador de contenido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31249733"/>
              </p:ext>
            </p:extLst>
          </p:nvPr>
        </p:nvGraphicFramePr>
        <p:xfrm>
          <a:off x="457200" y="1700808"/>
          <a:ext cx="8229600" cy="35660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1298FF7-40DA-44CA-B314-7D7C0DE6D8A6}" type="slidenum">
              <a:rPr lang="es-MX" altLang="en-US" smtClean="0"/>
              <a:pPr>
                <a:defRPr/>
              </a:pPr>
              <a:t>2</a:t>
            </a:fld>
            <a:endParaRPr lang="es-MX" altLang="en-US"/>
          </a:p>
        </p:txBody>
      </p:sp>
      <p:sp>
        <p:nvSpPr>
          <p:cNvPr id="6" name="Flecha curvada hacia abajo 5"/>
          <p:cNvSpPr/>
          <p:nvPr/>
        </p:nvSpPr>
        <p:spPr>
          <a:xfrm>
            <a:off x="3059832" y="2424409"/>
            <a:ext cx="3024336" cy="428527"/>
          </a:xfrm>
          <a:prstGeom prst="curvedDownArrow">
            <a:avLst/>
          </a:prstGeom>
          <a:solidFill>
            <a:schemeClr val="accent3">
              <a:lumMod val="75000"/>
            </a:schemeClr>
          </a:solidFill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>
              <a:solidFill>
                <a:schemeClr val="tx1"/>
              </a:solidFill>
            </a:endParaRPr>
          </a:p>
        </p:txBody>
      </p:sp>
      <p:sp>
        <p:nvSpPr>
          <p:cNvPr id="7" name="Flecha curvada hacia abajo 6"/>
          <p:cNvSpPr/>
          <p:nvPr/>
        </p:nvSpPr>
        <p:spPr>
          <a:xfrm rot="10800000">
            <a:off x="3212232" y="4797152"/>
            <a:ext cx="3024336" cy="428527"/>
          </a:xfrm>
          <a:prstGeom prst="curvedDownArrow">
            <a:avLst/>
          </a:prstGeom>
          <a:solidFill>
            <a:schemeClr val="accent3">
              <a:lumMod val="75000"/>
            </a:schemeClr>
          </a:solidFill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>
              <a:solidFill>
                <a:schemeClr val="tx1"/>
              </a:solidFill>
            </a:endParaRPr>
          </a:p>
        </p:txBody>
      </p:sp>
      <p:sp>
        <p:nvSpPr>
          <p:cNvPr id="8" name="Flecha derecha 7"/>
          <p:cNvSpPr/>
          <p:nvPr/>
        </p:nvSpPr>
        <p:spPr>
          <a:xfrm>
            <a:off x="457200" y="5907357"/>
            <a:ext cx="8229600" cy="545979"/>
          </a:xfrm>
          <a:prstGeom prst="rightArrow">
            <a:avLst>
              <a:gd name="adj1" fmla="val 69834"/>
              <a:gd name="adj2" fmla="val 37604"/>
            </a:avLst>
          </a:prstGeom>
          <a:pattFill prst="horzBrick">
            <a:fgClr>
              <a:schemeClr val="accent1"/>
            </a:fgClr>
            <a:bgClr>
              <a:schemeClr val="bg1"/>
            </a:bgClr>
          </a:pattFill>
          <a:ln>
            <a:solidFill>
              <a:srgbClr val="385D8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9" name="Flecha izquierda y derecha 8"/>
          <p:cNvSpPr/>
          <p:nvPr/>
        </p:nvSpPr>
        <p:spPr>
          <a:xfrm>
            <a:off x="457200" y="5373216"/>
            <a:ext cx="6131024" cy="562384"/>
          </a:xfrm>
          <a:prstGeom prst="leftRightArrow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dirty="0"/>
              <a:t>Refinamiento del Product Backlog</a:t>
            </a:r>
          </a:p>
        </p:txBody>
      </p:sp>
      <p:pic>
        <p:nvPicPr>
          <p:cNvPr id="10" name="Imagen 9"/>
          <p:cNvPicPr>
            <a:picLocks noChangeAspect="1"/>
          </p:cNvPicPr>
          <p:nvPr/>
        </p:nvPicPr>
        <p:blipFill rotWithShape="1"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3712" b="20806"/>
          <a:stretch/>
        </p:blipFill>
        <p:spPr>
          <a:xfrm>
            <a:off x="1875892" y="6021288"/>
            <a:ext cx="535868" cy="297312"/>
          </a:xfrm>
          <a:prstGeom prst="rect">
            <a:avLst/>
          </a:prstGeom>
        </p:spPr>
      </p:pic>
      <p:pic>
        <p:nvPicPr>
          <p:cNvPr id="11" name="Imagen 10"/>
          <p:cNvPicPr>
            <a:picLocks noChangeAspect="1"/>
          </p:cNvPicPr>
          <p:nvPr/>
        </p:nvPicPr>
        <p:blipFill rotWithShape="1"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524" b="41164"/>
          <a:stretch/>
        </p:blipFill>
        <p:spPr>
          <a:xfrm>
            <a:off x="3635896" y="6021288"/>
            <a:ext cx="619448" cy="291580"/>
          </a:xfrm>
          <a:prstGeom prst="rect">
            <a:avLst/>
          </a:prstGeom>
        </p:spPr>
      </p:pic>
      <p:pic>
        <p:nvPicPr>
          <p:cNvPr id="12" name="Imagen 11"/>
          <p:cNvPicPr>
            <a:picLocks noChangeAspect="1"/>
          </p:cNvPicPr>
          <p:nvPr/>
        </p:nvPicPr>
        <p:blipFill rotWithShape="1"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557" b="24813"/>
          <a:stretch/>
        </p:blipFill>
        <p:spPr>
          <a:xfrm>
            <a:off x="5798563" y="6021288"/>
            <a:ext cx="1293717" cy="291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82964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PE" dirty="0"/>
              <a:t>Fase: Inicio</a:t>
            </a:r>
          </a:p>
        </p:txBody>
      </p:sp>
      <p:graphicFrame>
        <p:nvGraphicFramePr>
          <p:cNvPr id="5" name="Marcador de contenido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51361333"/>
              </p:ext>
            </p:extLst>
          </p:nvPr>
        </p:nvGraphicFramePr>
        <p:xfrm>
          <a:off x="457200" y="1928813"/>
          <a:ext cx="8229600" cy="420211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1298FF7-40DA-44CA-B314-7D7C0DE6D8A6}" type="slidenum">
              <a:rPr lang="es-MX" altLang="en-US" smtClean="0"/>
              <a:pPr>
                <a:defRPr/>
              </a:pPr>
              <a:t>3</a:t>
            </a:fld>
            <a:endParaRPr lang="es-MX" altLang="en-US"/>
          </a:p>
        </p:txBody>
      </p:sp>
    </p:spTree>
    <p:extLst>
      <p:ext uri="{BB962C8B-B14F-4D97-AF65-F5344CB8AC3E}">
        <p14:creationId xmlns:p14="http://schemas.microsoft.com/office/powerpoint/2010/main" val="28423994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PE" dirty="0"/>
              <a:t>Fase: Planificación</a:t>
            </a:r>
          </a:p>
        </p:txBody>
      </p:sp>
      <p:graphicFrame>
        <p:nvGraphicFramePr>
          <p:cNvPr id="5" name="Marcador de contenido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08189339"/>
              </p:ext>
            </p:extLst>
          </p:nvPr>
        </p:nvGraphicFramePr>
        <p:xfrm>
          <a:off x="457200" y="1928813"/>
          <a:ext cx="8229600" cy="420211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1298FF7-40DA-44CA-B314-7D7C0DE6D8A6}" type="slidenum">
              <a:rPr lang="es-MX" altLang="en-US" smtClean="0"/>
              <a:pPr>
                <a:defRPr/>
              </a:pPr>
              <a:t>4</a:t>
            </a:fld>
            <a:endParaRPr lang="es-MX" altLang="en-US"/>
          </a:p>
        </p:txBody>
      </p:sp>
    </p:spTree>
    <p:extLst>
      <p:ext uri="{BB962C8B-B14F-4D97-AF65-F5344CB8AC3E}">
        <p14:creationId xmlns:p14="http://schemas.microsoft.com/office/powerpoint/2010/main" val="21650036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PE" dirty="0"/>
              <a:t>Fase: Implementación</a:t>
            </a:r>
          </a:p>
        </p:txBody>
      </p:sp>
      <p:graphicFrame>
        <p:nvGraphicFramePr>
          <p:cNvPr id="5" name="Marcador de contenido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66120416"/>
              </p:ext>
            </p:extLst>
          </p:nvPr>
        </p:nvGraphicFramePr>
        <p:xfrm>
          <a:off x="457200" y="1928813"/>
          <a:ext cx="8229600" cy="420211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>
          <a:xfrm>
            <a:off x="2771800" y="5157192"/>
            <a:ext cx="2133600" cy="457200"/>
          </a:xfrm>
        </p:spPr>
        <p:txBody>
          <a:bodyPr/>
          <a:lstStyle/>
          <a:p>
            <a:pPr>
              <a:defRPr/>
            </a:pPr>
            <a:fld id="{C1298FF7-40DA-44CA-B314-7D7C0DE6D8A6}" type="slidenum">
              <a:rPr lang="es-MX" altLang="en-US" smtClean="0"/>
              <a:pPr>
                <a:defRPr/>
              </a:pPr>
              <a:t>5</a:t>
            </a:fld>
            <a:endParaRPr lang="es-MX" altLang="en-US"/>
          </a:p>
        </p:txBody>
      </p:sp>
    </p:spTree>
    <p:extLst>
      <p:ext uri="{BB962C8B-B14F-4D97-AF65-F5344CB8AC3E}">
        <p14:creationId xmlns:p14="http://schemas.microsoft.com/office/powerpoint/2010/main" val="23723842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PE" dirty="0"/>
              <a:t>Fase: Lanzamiento</a:t>
            </a:r>
          </a:p>
        </p:txBody>
      </p:sp>
      <p:graphicFrame>
        <p:nvGraphicFramePr>
          <p:cNvPr id="5" name="Marcador de contenido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20492729"/>
              </p:ext>
            </p:extLst>
          </p:nvPr>
        </p:nvGraphicFramePr>
        <p:xfrm>
          <a:off x="457200" y="1928813"/>
          <a:ext cx="8229600" cy="420211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1298FF7-40DA-44CA-B314-7D7C0DE6D8A6}" type="slidenum">
              <a:rPr lang="es-MX" altLang="en-US" smtClean="0"/>
              <a:pPr>
                <a:defRPr/>
              </a:pPr>
              <a:t>6</a:t>
            </a:fld>
            <a:endParaRPr lang="es-MX" altLang="en-US"/>
          </a:p>
        </p:txBody>
      </p:sp>
    </p:spTree>
    <p:extLst>
      <p:ext uri="{BB962C8B-B14F-4D97-AF65-F5344CB8AC3E}">
        <p14:creationId xmlns:p14="http://schemas.microsoft.com/office/powerpoint/2010/main" val="19998679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PE" dirty="0"/>
              <a:t>Seguimiento y Control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PE" dirty="0"/>
              <a:t>Control de </a:t>
            </a:r>
            <a:r>
              <a:rPr lang="es-PE" dirty="0" smtClean="0"/>
              <a:t>Cambio</a:t>
            </a:r>
            <a:endParaRPr lang="es-PE" dirty="0"/>
          </a:p>
          <a:p>
            <a:r>
              <a:rPr lang="es-PE" dirty="0"/>
              <a:t>Evaluación de Riesgos TI</a:t>
            </a:r>
          </a:p>
          <a:p>
            <a:r>
              <a:rPr lang="es-PE" dirty="0">
                <a:solidFill>
                  <a:srgbClr val="FF0000"/>
                </a:solidFill>
              </a:rPr>
              <a:t>Aseguramiento de Calidad (Proceso)</a:t>
            </a:r>
          </a:p>
          <a:p>
            <a:pPr lvl="1"/>
            <a:r>
              <a:rPr lang="es-PE" dirty="0">
                <a:solidFill>
                  <a:srgbClr val="FF0000"/>
                </a:solidFill>
              </a:rPr>
              <a:t>Revisiones </a:t>
            </a:r>
            <a:r>
              <a:rPr lang="es-PE" dirty="0" smtClean="0">
                <a:solidFill>
                  <a:srgbClr val="FF0000"/>
                </a:solidFill>
              </a:rPr>
              <a:t>regulares e inopinadas</a:t>
            </a:r>
            <a:endParaRPr lang="es-PE" dirty="0">
              <a:solidFill>
                <a:srgbClr val="FF0000"/>
              </a:solidFill>
            </a:endParaRPr>
          </a:p>
          <a:p>
            <a:pPr lvl="1"/>
            <a:endParaRPr lang="es-PE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1298FF7-40DA-44CA-B314-7D7C0DE6D8A6}" type="slidenum">
              <a:rPr lang="es-MX" altLang="en-US" smtClean="0"/>
              <a:pPr>
                <a:defRPr/>
              </a:pPr>
              <a:t>7</a:t>
            </a:fld>
            <a:endParaRPr lang="es-MX" altLang="en-US"/>
          </a:p>
        </p:txBody>
      </p:sp>
    </p:spTree>
    <p:extLst>
      <p:ext uri="{BB962C8B-B14F-4D97-AF65-F5344CB8AC3E}">
        <p14:creationId xmlns:p14="http://schemas.microsoft.com/office/powerpoint/2010/main" val="34222976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PE" sz="2800" dirty="0" smtClean="0"/>
              <a:t>Entregables del Proyecto de TI</a:t>
            </a:r>
            <a:endParaRPr lang="es-PE" sz="2800" dirty="0"/>
          </a:p>
        </p:txBody>
      </p:sp>
      <p:graphicFrame>
        <p:nvGraphicFramePr>
          <p:cNvPr id="5" name="Marcador de contenido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63213425"/>
              </p:ext>
            </p:extLst>
          </p:nvPr>
        </p:nvGraphicFramePr>
        <p:xfrm>
          <a:off x="457200" y="1700808"/>
          <a:ext cx="8229600" cy="424847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1298FF7-40DA-44CA-B314-7D7C0DE6D8A6}" type="slidenum">
              <a:rPr lang="es-MX" altLang="en-US" smtClean="0"/>
              <a:pPr>
                <a:defRPr/>
              </a:pPr>
              <a:t>8</a:t>
            </a:fld>
            <a:endParaRPr lang="es-MX" altLang="en-US"/>
          </a:p>
        </p:txBody>
      </p:sp>
      <p:grpSp>
        <p:nvGrpSpPr>
          <p:cNvPr id="13" name="Grupo 12"/>
          <p:cNvGrpSpPr/>
          <p:nvPr/>
        </p:nvGrpSpPr>
        <p:grpSpPr>
          <a:xfrm>
            <a:off x="2593891" y="6324600"/>
            <a:ext cx="1413500" cy="432048"/>
            <a:chOff x="4382498" y="1275345"/>
            <a:chExt cx="1557516" cy="491488"/>
          </a:xfrm>
        </p:grpSpPr>
        <p:sp>
          <p:nvSpPr>
            <p:cNvPr id="14" name="Rectángulo redondeado 13"/>
            <p:cNvSpPr/>
            <p:nvPr/>
          </p:nvSpPr>
          <p:spPr>
            <a:xfrm>
              <a:off x="4382498" y="1275345"/>
              <a:ext cx="1557516" cy="491488"/>
            </a:xfrm>
            <a:prstGeom prst="roundRect">
              <a:avLst>
                <a:gd name="adj" fmla="val 10000"/>
              </a:avLst>
            </a:prstGeom>
            <a:solidFill>
              <a:schemeClr val="accent3">
                <a:lumMod val="75000"/>
              </a:schemeClr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15" name="Rectángulo 14"/>
            <p:cNvSpPr/>
            <p:nvPr/>
          </p:nvSpPr>
          <p:spPr>
            <a:xfrm>
              <a:off x="4396893" y="1289740"/>
              <a:ext cx="1528726" cy="462698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25400" tIns="19050" rIns="25400" bIns="19050" numCol="1" spcCol="1270" anchor="ctr" anchorCtr="0">
              <a:noAutofit/>
            </a:bodyPr>
            <a:lstStyle/>
            <a:p>
              <a:pPr lvl="0" algn="ctr" defTabSz="4445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endParaRPr lang="es-PE" sz="1000" kern="1200" dirty="0"/>
            </a:p>
          </p:txBody>
        </p:sp>
      </p:grpSp>
      <p:pic>
        <p:nvPicPr>
          <p:cNvPr id="10" name="Imagen 9"/>
          <p:cNvPicPr>
            <a:picLocks noChangeAspect="1"/>
          </p:cNvPicPr>
          <p:nvPr/>
        </p:nvPicPr>
        <p:blipFill rotWithShape="1"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3712" b="20806"/>
          <a:stretch/>
        </p:blipFill>
        <p:spPr>
          <a:xfrm>
            <a:off x="3024874" y="6404544"/>
            <a:ext cx="535868" cy="297312"/>
          </a:xfrm>
          <a:prstGeom prst="rect">
            <a:avLst/>
          </a:prstGeom>
        </p:spPr>
      </p:pic>
      <p:grpSp>
        <p:nvGrpSpPr>
          <p:cNvPr id="16" name="Grupo 15"/>
          <p:cNvGrpSpPr/>
          <p:nvPr/>
        </p:nvGrpSpPr>
        <p:grpSpPr>
          <a:xfrm>
            <a:off x="5076056" y="6295423"/>
            <a:ext cx="1393927" cy="486377"/>
            <a:chOff x="196673" y="1274645"/>
            <a:chExt cx="1557516" cy="618911"/>
          </a:xfrm>
        </p:grpSpPr>
        <p:sp>
          <p:nvSpPr>
            <p:cNvPr id="17" name="Rectángulo redondeado 16"/>
            <p:cNvSpPr/>
            <p:nvPr/>
          </p:nvSpPr>
          <p:spPr>
            <a:xfrm>
              <a:off x="196673" y="1274645"/>
              <a:ext cx="1557516" cy="618911"/>
            </a:xfrm>
            <a:prstGeom prst="roundRect">
              <a:avLst>
                <a:gd name="adj" fmla="val 10000"/>
              </a:avLst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18" name="Rectángulo 17"/>
            <p:cNvSpPr/>
            <p:nvPr/>
          </p:nvSpPr>
          <p:spPr>
            <a:xfrm>
              <a:off x="214800" y="1292772"/>
              <a:ext cx="1521262" cy="582657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25400" tIns="19050" rIns="25400" bIns="19050" numCol="1" spcCol="1270" anchor="ctr" anchorCtr="0">
              <a:noAutofit/>
            </a:bodyPr>
            <a:lstStyle/>
            <a:p>
              <a:pPr lvl="0" algn="ctr" defTabSz="4445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endParaRPr lang="es-PE" sz="1000" kern="1200" dirty="0"/>
            </a:p>
          </p:txBody>
        </p:sp>
      </p:grpSp>
      <p:pic>
        <p:nvPicPr>
          <p:cNvPr id="11" name="Imagen 10"/>
          <p:cNvPicPr>
            <a:picLocks noChangeAspect="1"/>
          </p:cNvPicPr>
          <p:nvPr/>
        </p:nvPicPr>
        <p:blipFill rotWithShape="1"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524" b="41164"/>
          <a:stretch/>
        </p:blipFill>
        <p:spPr>
          <a:xfrm>
            <a:off x="5480862" y="6392821"/>
            <a:ext cx="619448" cy="2915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14593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1298FF7-40DA-44CA-B314-7D7C0DE6D8A6}" type="slidenum">
              <a:rPr lang="es-MX" altLang="en-US" smtClean="0"/>
              <a:pPr>
                <a:defRPr/>
              </a:pPr>
              <a:t>9</a:t>
            </a:fld>
            <a:endParaRPr lang="es-MX" altLang="en-US"/>
          </a:p>
        </p:txBody>
      </p:sp>
      <p:pic>
        <p:nvPicPr>
          <p:cNvPr id="6" name="Imagen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5644" y="1071546"/>
            <a:ext cx="8656835" cy="55258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04611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PE" dirty="0" smtClean="0"/>
              <a:t>Próximas Actividades</a:t>
            </a:r>
            <a:endParaRPr lang="es-PE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PE" dirty="0" smtClean="0"/>
              <a:t>Aprobación de la metodología propuesta.</a:t>
            </a:r>
          </a:p>
          <a:p>
            <a:r>
              <a:rPr lang="es-PE" dirty="0" smtClean="0"/>
              <a:t>Cada área, revisión y/o actualización de sus procedimientos con respecto a la metodología propuesta (metodología actual convive mientras proyectos actuales que lo usan no finalicen)</a:t>
            </a:r>
          </a:p>
          <a:p>
            <a:r>
              <a:rPr lang="es-PE" dirty="0" smtClean="0"/>
              <a:t>Plan de Capacitación / Lanzamiento</a:t>
            </a:r>
          </a:p>
          <a:p>
            <a:r>
              <a:rPr lang="es-PE" dirty="0" smtClean="0"/>
              <a:t>Lista de proyectos 2022 con metodología actual</a:t>
            </a:r>
            <a:endParaRPr lang="es-PE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1298FF7-40DA-44CA-B314-7D7C0DE6D8A6}" type="slidenum">
              <a:rPr lang="es-MX" altLang="en-US" smtClean="0"/>
              <a:pPr>
                <a:defRPr/>
              </a:pPr>
              <a:t>10</a:t>
            </a:fld>
            <a:endParaRPr lang="es-MX" altLang="en-US"/>
          </a:p>
        </p:txBody>
      </p:sp>
    </p:spTree>
    <p:extLst>
      <p:ext uri="{BB962C8B-B14F-4D97-AF65-F5344CB8AC3E}">
        <p14:creationId xmlns:p14="http://schemas.microsoft.com/office/powerpoint/2010/main" val="8192047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Bord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Borde">
      <a:majorFont>
        <a:latin typeface="Garamond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Borde 1">
        <a:dk1>
          <a:srgbClr val="333333"/>
        </a:dk1>
        <a:lt1>
          <a:srgbClr val="FFFFFF"/>
        </a:lt1>
        <a:dk2>
          <a:srgbClr val="820000"/>
        </a:dk2>
        <a:lt2>
          <a:srgbClr val="FFFFFF"/>
        </a:lt2>
        <a:accent1>
          <a:srgbClr val="FF9900"/>
        </a:accent1>
        <a:accent2>
          <a:srgbClr val="CC3300"/>
        </a:accent2>
        <a:accent3>
          <a:srgbClr val="C1AAAA"/>
        </a:accent3>
        <a:accent4>
          <a:srgbClr val="DADADA"/>
        </a:accent4>
        <a:accent5>
          <a:srgbClr val="FFCAAA"/>
        </a:accent5>
        <a:accent6>
          <a:srgbClr val="B92D00"/>
        </a:accent6>
        <a:hlink>
          <a:srgbClr val="80808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orde 2">
        <a:dk1>
          <a:srgbClr val="333333"/>
        </a:dk1>
        <a:lt1>
          <a:srgbClr val="CCCCFF"/>
        </a:lt1>
        <a:dk2>
          <a:srgbClr val="0B0506"/>
        </a:dk2>
        <a:lt2>
          <a:srgbClr val="FFFFFF"/>
        </a:lt2>
        <a:accent1>
          <a:srgbClr val="3366CC"/>
        </a:accent1>
        <a:accent2>
          <a:srgbClr val="3333CC"/>
        </a:accent2>
        <a:accent3>
          <a:srgbClr val="AAAAAA"/>
        </a:accent3>
        <a:accent4>
          <a:srgbClr val="AEAEDA"/>
        </a:accent4>
        <a:accent5>
          <a:srgbClr val="ADB8E2"/>
        </a:accent5>
        <a:accent6>
          <a:srgbClr val="2D2DB9"/>
        </a:accent6>
        <a:hlink>
          <a:srgbClr val="80808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orde 3">
        <a:dk1>
          <a:srgbClr val="333333"/>
        </a:dk1>
        <a:lt1>
          <a:srgbClr val="FFFFFF"/>
        </a:lt1>
        <a:dk2>
          <a:srgbClr val="221013"/>
        </a:dk2>
        <a:lt2>
          <a:srgbClr val="FFFFFF"/>
        </a:lt2>
        <a:accent1>
          <a:srgbClr val="CC3300"/>
        </a:accent1>
        <a:accent2>
          <a:srgbClr val="CC9900"/>
        </a:accent2>
        <a:accent3>
          <a:srgbClr val="ABAAAA"/>
        </a:accent3>
        <a:accent4>
          <a:srgbClr val="DADADA"/>
        </a:accent4>
        <a:accent5>
          <a:srgbClr val="E2ADAA"/>
        </a:accent5>
        <a:accent6>
          <a:srgbClr val="B98A00"/>
        </a:accent6>
        <a:hlink>
          <a:srgbClr val="80808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orde 4">
        <a:dk1>
          <a:srgbClr val="11054B"/>
        </a:dk1>
        <a:lt1>
          <a:srgbClr val="FFFFFF"/>
        </a:lt1>
        <a:dk2>
          <a:srgbClr val="0000CC"/>
        </a:dk2>
        <a:lt2>
          <a:srgbClr val="FFFFFF"/>
        </a:lt2>
        <a:accent1>
          <a:srgbClr val="FF6600"/>
        </a:accent1>
        <a:accent2>
          <a:srgbClr val="FF3300"/>
        </a:accent2>
        <a:accent3>
          <a:srgbClr val="AAAAE2"/>
        </a:accent3>
        <a:accent4>
          <a:srgbClr val="DADADA"/>
        </a:accent4>
        <a:accent5>
          <a:srgbClr val="FFB8AA"/>
        </a:accent5>
        <a:accent6>
          <a:srgbClr val="E72D00"/>
        </a:accent6>
        <a:hlink>
          <a:srgbClr val="CC9900"/>
        </a:hlink>
        <a:folHlink>
          <a:srgbClr val="B2B2B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orde 5">
        <a:dk1>
          <a:srgbClr val="9B8D65"/>
        </a:dk1>
        <a:lt1>
          <a:srgbClr val="F8F8F8"/>
        </a:lt1>
        <a:dk2>
          <a:srgbClr val="002600"/>
        </a:dk2>
        <a:lt2>
          <a:srgbClr val="FAFACC"/>
        </a:lt2>
        <a:accent1>
          <a:srgbClr val="CC9933"/>
        </a:accent1>
        <a:accent2>
          <a:srgbClr val="8F9967"/>
        </a:accent2>
        <a:accent3>
          <a:srgbClr val="AAACAA"/>
        </a:accent3>
        <a:accent4>
          <a:srgbClr val="D4D4D4"/>
        </a:accent4>
        <a:accent5>
          <a:srgbClr val="E2CAAD"/>
        </a:accent5>
        <a:accent6>
          <a:srgbClr val="818A5D"/>
        </a:accent6>
        <a:hlink>
          <a:srgbClr val="336600"/>
        </a:hlink>
        <a:folHlink>
          <a:srgbClr val="8080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orde 6">
        <a:dk1>
          <a:srgbClr val="333333"/>
        </a:dk1>
        <a:lt1>
          <a:srgbClr val="FFFFFF"/>
        </a:lt1>
        <a:dk2>
          <a:srgbClr val="006699"/>
        </a:dk2>
        <a:lt2>
          <a:srgbClr val="FFFFFF"/>
        </a:lt2>
        <a:accent1>
          <a:srgbClr val="CC9900"/>
        </a:accent1>
        <a:accent2>
          <a:srgbClr val="FF9900"/>
        </a:accent2>
        <a:accent3>
          <a:srgbClr val="AAB8CA"/>
        </a:accent3>
        <a:accent4>
          <a:srgbClr val="DADADA"/>
        </a:accent4>
        <a:accent5>
          <a:srgbClr val="E2CAAA"/>
        </a:accent5>
        <a:accent6>
          <a:srgbClr val="E78A00"/>
        </a:accent6>
        <a:hlink>
          <a:srgbClr val="FFCC00"/>
        </a:hlink>
        <a:folHlink>
          <a:srgbClr val="706F37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orde 7">
        <a:dk1>
          <a:srgbClr val="000000"/>
        </a:dk1>
        <a:lt1>
          <a:srgbClr val="FFFFFF"/>
        </a:lt1>
        <a:dk2>
          <a:srgbClr val="006633"/>
        </a:dk2>
        <a:lt2>
          <a:srgbClr val="5F5F5F"/>
        </a:lt2>
        <a:accent1>
          <a:srgbClr val="CC9900"/>
        </a:accent1>
        <a:accent2>
          <a:srgbClr val="3B812F"/>
        </a:accent2>
        <a:accent3>
          <a:srgbClr val="FFFFFF"/>
        </a:accent3>
        <a:accent4>
          <a:srgbClr val="000000"/>
        </a:accent4>
        <a:accent5>
          <a:srgbClr val="E2CAAA"/>
        </a:accent5>
        <a:accent6>
          <a:srgbClr val="35742A"/>
        </a:accent6>
        <a:hlink>
          <a:srgbClr val="996600"/>
        </a:hlink>
        <a:folHlink>
          <a:srgbClr val="AFBF3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orde 8">
        <a:dk1>
          <a:srgbClr val="000000"/>
        </a:dk1>
        <a:lt1>
          <a:srgbClr val="FFFFFF"/>
        </a:lt1>
        <a:dk2>
          <a:srgbClr val="CC0000"/>
        </a:dk2>
        <a:lt2>
          <a:srgbClr val="666699"/>
        </a:lt2>
        <a:accent1>
          <a:srgbClr val="808080"/>
        </a:accent1>
        <a:accent2>
          <a:srgbClr val="999933"/>
        </a:accent2>
        <a:accent3>
          <a:srgbClr val="FFFFFF"/>
        </a:accent3>
        <a:accent4>
          <a:srgbClr val="000000"/>
        </a:accent4>
        <a:accent5>
          <a:srgbClr val="C0C0C0"/>
        </a:accent5>
        <a:accent6>
          <a:srgbClr val="8A8A2D"/>
        </a:accent6>
        <a:hlink>
          <a:srgbClr val="4C6D80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orde 9">
        <a:dk1>
          <a:srgbClr val="000000"/>
        </a:dk1>
        <a:lt1>
          <a:srgbClr val="FFFFFF"/>
        </a:lt1>
        <a:dk2>
          <a:srgbClr val="003399"/>
        </a:dk2>
        <a:lt2>
          <a:srgbClr val="666699"/>
        </a:lt2>
        <a:accent1>
          <a:srgbClr val="009999"/>
        </a:accent1>
        <a:accent2>
          <a:srgbClr val="4C6D4E"/>
        </a:accent2>
        <a:accent3>
          <a:srgbClr val="FFFFFF"/>
        </a:accent3>
        <a:accent4>
          <a:srgbClr val="000000"/>
        </a:accent4>
        <a:accent5>
          <a:srgbClr val="AACACA"/>
        </a:accent5>
        <a:accent6>
          <a:srgbClr val="446246"/>
        </a:accent6>
        <a:hlink>
          <a:srgbClr val="4C6D80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ema de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ema de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63206</TotalTime>
  <Words>371</Words>
  <Application>Microsoft Office PowerPoint</Application>
  <PresentationFormat>Presentación en pantalla (4:3)</PresentationFormat>
  <Paragraphs>110</Paragraphs>
  <Slides>10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10</vt:i4>
      </vt:variant>
    </vt:vector>
  </HeadingPairs>
  <TitlesOfParts>
    <vt:vector size="15" baseType="lpstr">
      <vt:lpstr>Arial</vt:lpstr>
      <vt:lpstr>Garamond</vt:lpstr>
      <vt:lpstr>Times New Roman</vt:lpstr>
      <vt:lpstr>Wingdings</vt:lpstr>
      <vt:lpstr>Borde</vt:lpstr>
      <vt:lpstr>Nueva Metodología de Gestión y Desarrollo de Proyectos BCRP</vt:lpstr>
      <vt:lpstr>Fases de la Metodología de Desarrollo BCRP</vt:lpstr>
      <vt:lpstr>Fase: Inicio</vt:lpstr>
      <vt:lpstr>Fase: Planificación</vt:lpstr>
      <vt:lpstr>Fase: Implementación</vt:lpstr>
      <vt:lpstr>Fase: Lanzamiento</vt:lpstr>
      <vt:lpstr>Seguimiento y Control</vt:lpstr>
      <vt:lpstr>Entregables del Proyecto de TI</vt:lpstr>
      <vt:lpstr>Presentación de PowerPoint</vt:lpstr>
      <vt:lpstr>Próximas Actividades</vt:lpstr>
    </vt:vector>
  </TitlesOfParts>
  <Company>Banco Central de Reserva del Perú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Marco Legal del BCRP</dc:title>
  <dc:creator>1988</dc:creator>
  <cp:lastModifiedBy>Crisostomo Peralta, Alberto</cp:lastModifiedBy>
  <cp:revision>328</cp:revision>
  <cp:lastPrinted>2020-01-29T14:43:06Z</cp:lastPrinted>
  <dcterms:created xsi:type="dcterms:W3CDTF">2004-11-17T01:16:06Z</dcterms:created>
  <dcterms:modified xsi:type="dcterms:W3CDTF">2021-11-29T22:17:36Z</dcterms:modified>
</cp:coreProperties>
</file>